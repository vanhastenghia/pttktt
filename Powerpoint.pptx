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DE"/>
    <a:srgbClr val="264653"/>
    <a:srgbClr val="3C405B"/>
    <a:srgbClr val="108AB1"/>
    <a:srgbClr val="81B39A"/>
    <a:srgbClr val="E66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FF905-9A3D-4DB8-B130-A83BA7AEDB50}" v="67" dt="2022-05-30T00:01:49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hĩa Phạm" userId="437b0e18d13f8e57" providerId="LiveId" clId="{5B9FF905-9A3D-4DB8-B130-A83BA7AEDB50}"/>
    <pc:docChg chg="custSel addSld modSld sldOrd">
      <pc:chgData name="Nghĩa Phạm" userId="437b0e18d13f8e57" providerId="LiveId" clId="{5B9FF905-9A3D-4DB8-B130-A83BA7AEDB50}" dt="2022-05-30T00:02:24.720" v="926" actId="2711"/>
      <pc:docMkLst>
        <pc:docMk/>
      </pc:docMkLst>
      <pc:sldChg chg="addSp modSp mod">
        <pc:chgData name="Nghĩa Phạm" userId="437b0e18d13f8e57" providerId="LiveId" clId="{5B9FF905-9A3D-4DB8-B130-A83BA7AEDB50}" dt="2022-05-29T23:56:26.362" v="762" actId="20577"/>
        <pc:sldMkLst>
          <pc:docMk/>
          <pc:sldMk cId="4275703919" sldId="258"/>
        </pc:sldMkLst>
        <pc:spChg chg="mod">
          <ac:chgData name="Nghĩa Phạm" userId="437b0e18d13f8e57" providerId="LiveId" clId="{5B9FF905-9A3D-4DB8-B130-A83BA7AEDB50}" dt="2022-05-29T23:56:18.341" v="758" actId="16959"/>
          <ac:spMkLst>
            <pc:docMk/>
            <pc:sldMk cId="4275703919" sldId="258"/>
            <ac:spMk id="5" creationId="{19D91303-B42C-7158-6665-14AA21F5A2FB}"/>
          </ac:spMkLst>
        </pc:spChg>
        <pc:spChg chg="mod">
          <ac:chgData name="Nghĩa Phạm" userId="437b0e18d13f8e57" providerId="LiveId" clId="{5B9FF905-9A3D-4DB8-B130-A83BA7AEDB50}" dt="2022-05-29T23:56:18.341" v="758" actId="16959"/>
          <ac:spMkLst>
            <pc:docMk/>
            <pc:sldMk cId="4275703919" sldId="258"/>
            <ac:spMk id="6" creationId="{592C27C9-3987-9E41-A37F-A43A645715BA}"/>
          </ac:spMkLst>
        </pc:spChg>
        <pc:spChg chg="mod">
          <ac:chgData name="Nghĩa Phạm" userId="437b0e18d13f8e57" providerId="LiveId" clId="{5B9FF905-9A3D-4DB8-B130-A83BA7AEDB50}" dt="2022-05-29T23:56:19.029" v="759" actId="20577"/>
          <ac:spMkLst>
            <pc:docMk/>
            <pc:sldMk cId="4275703919" sldId="258"/>
            <ac:spMk id="8" creationId="{AE1CBA6B-ECE5-06D7-4F38-B84D825646E9}"/>
          </ac:spMkLst>
        </pc:spChg>
        <pc:spChg chg="add mod">
          <ac:chgData name="Nghĩa Phạm" userId="437b0e18d13f8e57" providerId="LiveId" clId="{5B9FF905-9A3D-4DB8-B130-A83BA7AEDB50}" dt="2022-05-29T23:56:26.362" v="762" actId="20577"/>
          <ac:spMkLst>
            <pc:docMk/>
            <pc:sldMk cId="4275703919" sldId="258"/>
            <ac:spMk id="9" creationId="{81C192FA-7373-B656-8FC9-ECFDA59B92BC}"/>
          </ac:spMkLst>
        </pc:spChg>
        <pc:grpChg chg="mod">
          <ac:chgData name="Nghĩa Phạm" userId="437b0e18d13f8e57" providerId="LiveId" clId="{5B9FF905-9A3D-4DB8-B130-A83BA7AEDB50}" dt="2022-05-29T23:56:18.341" v="758" actId="16959"/>
          <ac:grpSpMkLst>
            <pc:docMk/>
            <pc:sldMk cId="4275703919" sldId="258"/>
            <ac:grpSpMk id="14" creationId="{BA4EA412-8DDC-0A18-46C6-222ECEA3B1B1}"/>
          </ac:grpSpMkLst>
        </pc:grpChg>
      </pc:sldChg>
      <pc:sldChg chg="addSp modSp mod">
        <pc:chgData name="Nghĩa Phạm" userId="437b0e18d13f8e57" providerId="LiveId" clId="{5B9FF905-9A3D-4DB8-B130-A83BA7AEDB50}" dt="2022-05-29T23:56:46.560" v="768" actId="20577"/>
        <pc:sldMkLst>
          <pc:docMk/>
          <pc:sldMk cId="2852522616" sldId="259"/>
        </pc:sldMkLst>
        <pc:spChg chg="mod">
          <ac:chgData name="Nghĩa Phạm" userId="437b0e18d13f8e57" providerId="LiveId" clId="{5B9FF905-9A3D-4DB8-B130-A83BA7AEDB50}" dt="2022-05-29T23:56:38.148" v="765" actId="20577"/>
          <ac:spMkLst>
            <pc:docMk/>
            <pc:sldMk cId="2852522616" sldId="259"/>
            <ac:spMk id="8" creationId="{AE1CBA6B-ECE5-06D7-4F38-B84D825646E9}"/>
          </ac:spMkLst>
        </pc:spChg>
        <pc:spChg chg="add mod">
          <ac:chgData name="Nghĩa Phạm" userId="437b0e18d13f8e57" providerId="LiveId" clId="{5B9FF905-9A3D-4DB8-B130-A83BA7AEDB50}" dt="2022-05-29T23:56:46.560" v="768" actId="20577"/>
          <ac:spMkLst>
            <pc:docMk/>
            <pc:sldMk cId="2852522616" sldId="259"/>
            <ac:spMk id="9" creationId="{87D04DBC-9A30-7687-85FE-C741973B9E0D}"/>
          </ac:spMkLst>
        </pc:spChg>
      </pc:sldChg>
      <pc:sldChg chg="modSp mod">
        <pc:chgData name="Nghĩa Phạm" userId="437b0e18d13f8e57" providerId="LiveId" clId="{5B9FF905-9A3D-4DB8-B130-A83BA7AEDB50}" dt="2022-05-29T14:57:14.200" v="421" actId="14100"/>
        <pc:sldMkLst>
          <pc:docMk/>
          <pc:sldMk cId="1865825051" sldId="261"/>
        </pc:sldMkLst>
        <pc:grpChg chg="mod">
          <ac:chgData name="Nghĩa Phạm" userId="437b0e18d13f8e57" providerId="LiveId" clId="{5B9FF905-9A3D-4DB8-B130-A83BA7AEDB50}" dt="2022-05-29T14:57:14.200" v="421" actId="14100"/>
          <ac:grpSpMkLst>
            <pc:docMk/>
            <pc:sldMk cId="1865825051" sldId="261"/>
            <ac:grpSpMk id="9" creationId="{AA5D26D1-8F9C-79AB-004D-AD2F937DA264}"/>
          </ac:grpSpMkLst>
        </pc:grpChg>
      </pc:sldChg>
      <pc:sldChg chg="ord">
        <pc:chgData name="Nghĩa Phạm" userId="437b0e18d13f8e57" providerId="LiveId" clId="{5B9FF905-9A3D-4DB8-B130-A83BA7AEDB50}" dt="2022-05-29T14:39:08.695" v="1"/>
        <pc:sldMkLst>
          <pc:docMk/>
          <pc:sldMk cId="1076021495" sldId="264"/>
        </pc:sldMkLst>
      </pc:sldChg>
      <pc:sldChg chg="modAnim">
        <pc:chgData name="Nghĩa Phạm" userId="437b0e18d13f8e57" providerId="LiveId" clId="{5B9FF905-9A3D-4DB8-B130-A83BA7AEDB50}" dt="2022-05-29T23:59:11.536" v="796"/>
        <pc:sldMkLst>
          <pc:docMk/>
          <pc:sldMk cId="3992582437" sldId="265"/>
        </pc:sldMkLst>
      </pc:sldChg>
      <pc:sldChg chg="delSp modSp add mod ord modAnim">
        <pc:chgData name="Nghĩa Phạm" userId="437b0e18d13f8e57" providerId="LiveId" clId="{5B9FF905-9A3D-4DB8-B130-A83BA7AEDB50}" dt="2022-05-30T00:01:02.025" v="880"/>
        <pc:sldMkLst>
          <pc:docMk/>
          <pc:sldMk cId="3686531114" sldId="266"/>
        </pc:sldMkLst>
        <pc:spChg chg="mod">
          <ac:chgData name="Nghĩa Phạm" userId="437b0e18d13f8e57" providerId="LiveId" clId="{5B9FF905-9A3D-4DB8-B130-A83BA7AEDB50}" dt="2022-05-30T00:00:35.777" v="871" actId="1076"/>
          <ac:spMkLst>
            <pc:docMk/>
            <pc:sldMk cId="3686531114" sldId="266"/>
            <ac:spMk id="3" creationId="{3C955495-3F4F-8659-DCA3-C073BC97CF31}"/>
          </ac:spMkLst>
        </pc:spChg>
        <pc:spChg chg="mod">
          <ac:chgData name="Nghĩa Phạm" userId="437b0e18d13f8e57" providerId="LiveId" clId="{5B9FF905-9A3D-4DB8-B130-A83BA7AEDB50}" dt="2022-05-29T14:44:52.049" v="127" actId="1076"/>
          <ac:spMkLst>
            <pc:docMk/>
            <pc:sldMk cId="3686531114" sldId="266"/>
            <ac:spMk id="4" creationId="{F77E9A41-7E13-243B-E6BE-C327B22868F0}"/>
          </ac:spMkLst>
        </pc:spChg>
        <pc:spChg chg="del">
          <ac:chgData name="Nghĩa Phạm" userId="437b0e18d13f8e57" providerId="LiveId" clId="{5B9FF905-9A3D-4DB8-B130-A83BA7AEDB50}" dt="2022-05-29T14:44:42.972" v="123" actId="478"/>
          <ac:spMkLst>
            <pc:docMk/>
            <pc:sldMk cId="3686531114" sldId="266"/>
            <ac:spMk id="6" creationId="{0E5E30C7-19E0-84A6-46DA-22AF2F6C8994}"/>
          </ac:spMkLst>
        </pc:spChg>
        <pc:spChg chg="del">
          <ac:chgData name="Nghĩa Phạm" userId="437b0e18d13f8e57" providerId="LiveId" clId="{5B9FF905-9A3D-4DB8-B130-A83BA7AEDB50}" dt="2022-05-29T14:44:43.885" v="124" actId="478"/>
          <ac:spMkLst>
            <pc:docMk/>
            <pc:sldMk cId="3686531114" sldId="266"/>
            <ac:spMk id="7" creationId="{E7453BF1-AB50-E70C-1862-849A4D1F8876}"/>
          </ac:spMkLst>
        </pc:spChg>
        <pc:spChg chg="del">
          <ac:chgData name="Nghĩa Phạm" userId="437b0e18d13f8e57" providerId="LiveId" clId="{5B9FF905-9A3D-4DB8-B130-A83BA7AEDB50}" dt="2022-05-29T14:44:45.586" v="125" actId="478"/>
          <ac:spMkLst>
            <pc:docMk/>
            <pc:sldMk cId="3686531114" sldId="266"/>
            <ac:spMk id="8" creationId="{32F444FE-4819-02E7-1AFB-2261046F2CF5}"/>
          </ac:spMkLst>
        </pc:spChg>
      </pc:sldChg>
      <pc:sldChg chg="addSp modSp add mod">
        <pc:chgData name="Nghĩa Phạm" userId="437b0e18d13f8e57" providerId="LiveId" clId="{5B9FF905-9A3D-4DB8-B130-A83BA7AEDB50}" dt="2022-05-30T00:02:24.720" v="926" actId="2711"/>
        <pc:sldMkLst>
          <pc:docMk/>
          <pc:sldMk cId="3498908" sldId="267"/>
        </pc:sldMkLst>
        <pc:spChg chg="add mod">
          <ac:chgData name="Nghĩa Phạm" userId="437b0e18d13f8e57" providerId="LiveId" clId="{5B9FF905-9A3D-4DB8-B130-A83BA7AEDB50}" dt="2022-05-30T00:02:15.321" v="925" actId="2711"/>
          <ac:spMkLst>
            <pc:docMk/>
            <pc:sldMk cId="3498908" sldId="267"/>
            <ac:spMk id="2" creationId="{9509DEB2-B69B-F336-4AFD-70F9C78BC900}"/>
          </ac:spMkLst>
        </pc:spChg>
        <pc:spChg chg="mod">
          <ac:chgData name="Nghĩa Phạm" userId="437b0e18d13f8e57" providerId="LiveId" clId="{5B9FF905-9A3D-4DB8-B130-A83BA7AEDB50}" dt="2022-05-29T14:45:07.140" v="130" actId="1076"/>
          <ac:spMkLst>
            <pc:docMk/>
            <pc:sldMk cId="3498908" sldId="267"/>
            <ac:spMk id="3" creationId="{3C955495-3F4F-8659-DCA3-C073BC97CF31}"/>
          </ac:spMkLst>
        </pc:spChg>
        <pc:spChg chg="mod">
          <ac:chgData name="Nghĩa Phạm" userId="437b0e18d13f8e57" providerId="LiveId" clId="{5B9FF905-9A3D-4DB8-B130-A83BA7AEDB50}" dt="2022-05-29T14:45:07.140" v="130" actId="1076"/>
          <ac:spMkLst>
            <pc:docMk/>
            <pc:sldMk cId="3498908" sldId="267"/>
            <ac:spMk id="4" creationId="{F77E9A41-7E13-243B-E6BE-C327B22868F0}"/>
          </ac:spMkLst>
        </pc:spChg>
        <pc:spChg chg="add mod ord">
          <ac:chgData name="Nghĩa Phạm" userId="437b0e18d13f8e57" providerId="LiveId" clId="{5B9FF905-9A3D-4DB8-B130-A83BA7AEDB50}" dt="2022-05-29T14:53:15.427" v="182" actId="13244"/>
          <ac:spMkLst>
            <pc:docMk/>
            <pc:sldMk cId="3498908" sldId="267"/>
            <ac:spMk id="15" creationId="{B337B706-7DF3-77DB-D155-AE8F04B8B2B5}"/>
          </ac:spMkLst>
        </pc:spChg>
        <pc:spChg chg="add mod">
          <ac:chgData name="Nghĩa Phạm" userId="437b0e18d13f8e57" providerId="LiveId" clId="{5B9FF905-9A3D-4DB8-B130-A83BA7AEDB50}" dt="2022-05-30T00:02:24.720" v="926" actId="2711"/>
          <ac:spMkLst>
            <pc:docMk/>
            <pc:sldMk cId="3498908" sldId="267"/>
            <ac:spMk id="16" creationId="{6CF9B34B-8012-903D-7459-D15346164C6C}"/>
          </ac:spMkLst>
        </pc:spChg>
        <pc:spChg chg="add mod">
          <ac:chgData name="Nghĩa Phạm" userId="437b0e18d13f8e57" providerId="LiveId" clId="{5B9FF905-9A3D-4DB8-B130-A83BA7AEDB50}" dt="2022-05-30T00:02:24.720" v="926" actId="2711"/>
          <ac:spMkLst>
            <pc:docMk/>
            <pc:sldMk cId="3498908" sldId="267"/>
            <ac:spMk id="17" creationId="{1E4A9AFB-F64B-876C-7C0B-E7D0261FFB20}"/>
          </ac:spMkLst>
        </pc:spChg>
        <pc:spChg chg="add mod">
          <ac:chgData name="Nghĩa Phạm" userId="437b0e18d13f8e57" providerId="LiveId" clId="{5B9FF905-9A3D-4DB8-B130-A83BA7AEDB50}" dt="2022-05-30T00:02:15.321" v="925" actId="2711"/>
          <ac:spMkLst>
            <pc:docMk/>
            <pc:sldMk cId="3498908" sldId="267"/>
            <ac:spMk id="19" creationId="{0CEAC5DE-CE28-52AF-5463-B1A907075C83}"/>
          </ac:spMkLst>
        </pc:spChg>
        <pc:spChg chg="add mod">
          <ac:chgData name="Nghĩa Phạm" userId="437b0e18d13f8e57" providerId="LiveId" clId="{5B9FF905-9A3D-4DB8-B130-A83BA7AEDB50}" dt="2022-05-30T00:02:15.321" v="925" actId="2711"/>
          <ac:spMkLst>
            <pc:docMk/>
            <pc:sldMk cId="3498908" sldId="267"/>
            <ac:spMk id="20" creationId="{8026B201-474C-3A76-DF2C-F1D368BF37C9}"/>
          </ac:spMkLst>
        </pc:spChg>
        <pc:spChg chg="add mod">
          <ac:chgData name="Nghĩa Phạm" userId="437b0e18d13f8e57" providerId="LiveId" clId="{5B9FF905-9A3D-4DB8-B130-A83BA7AEDB50}" dt="2022-05-30T00:02:15.321" v="925" actId="2711"/>
          <ac:spMkLst>
            <pc:docMk/>
            <pc:sldMk cId="3498908" sldId="267"/>
            <ac:spMk id="21" creationId="{DD1ACECC-802F-39DA-F1BA-10DAE1151EAF}"/>
          </ac:spMkLst>
        </pc:spChg>
        <pc:spChg chg="add mod">
          <ac:chgData name="Nghĩa Phạm" userId="437b0e18d13f8e57" providerId="LiveId" clId="{5B9FF905-9A3D-4DB8-B130-A83BA7AEDB50}" dt="2022-05-30T00:02:15.321" v="925" actId="2711"/>
          <ac:spMkLst>
            <pc:docMk/>
            <pc:sldMk cId="3498908" sldId="267"/>
            <ac:spMk id="22" creationId="{A674AE1F-A966-9940-3B94-2C7F105E185B}"/>
          </ac:spMkLst>
        </pc:spChg>
        <pc:spChg chg="mod">
          <ac:chgData name="Nghĩa Phạm" userId="437b0e18d13f8e57" providerId="LiveId" clId="{5B9FF905-9A3D-4DB8-B130-A83BA7AEDB50}" dt="2022-05-29T14:45:07.140" v="130" actId="1076"/>
          <ac:spMkLst>
            <pc:docMk/>
            <pc:sldMk cId="3498908" sldId="267"/>
            <ac:spMk id="66" creationId="{509A61BF-795B-3278-055F-3E1E562D536B}"/>
          </ac:spMkLst>
        </pc:spChg>
        <pc:grpChg chg="mod">
          <ac:chgData name="Nghĩa Phạm" userId="437b0e18d13f8e57" providerId="LiveId" clId="{5B9FF905-9A3D-4DB8-B130-A83BA7AEDB50}" dt="2022-05-29T14:45:28.314" v="140" actId="1076"/>
          <ac:grpSpMkLst>
            <pc:docMk/>
            <pc:sldMk cId="3498908" sldId="267"/>
            <ac:grpSpMk id="59" creationId="{3773C5A4-93B2-2E2F-52CF-1238796D7BE9}"/>
          </ac:grpSpMkLst>
        </pc:grpChg>
        <pc:picChg chg="add mod">
          <ac:chgData name="Nghĩa Phạm" userId="437b0e18d13f8e57" providerId="LiveId" clId="{5B9FF905-9A3D-4DB8-B130-A83BA7AEDB50}" dt="2022-05-29T14:52:49.691" v="165" actId="1076"/>
          <ac:picMkLst>
            <pc:docMk/>
            <pc:sldMk cId="3498908" sldId="267"/>
            <ac:picMk id="5" creationId="{D8BF508C-ABBC-BFD3-DD4E-E3849FD3A761}"/>
          </ac:picMkLst>
        </pc:picChg>
        <pc:picChg chg="add mod">
          <ac:chgData name="Nghĩa Phạm" userId="437b0e18d13f8e57" providerId="LiveId" clId="{5B9FF905-9A3D-4DB8-B130-A83BA7AEDB50}" dt="2022-05-29T14:52:51.982" v="168" actId="1076"/>
          <ac:picMkLst>
            <pc:docMk/>
            <pc:sldMk cId="3498908" sldId="267"/>
            <ac:picMk id="7" creationId="{801F58C6-72AD-D431-9267-CCF5AB110901}"/>
          </ac:picMkLst>
        </pc:picChg>
        <pc:picChg chg="add mod">
          <ac:chgData name="Nghĩa Phạm" userId="437b0e18d13f8e57" providerId="LiveId" clId="{5B9FF905-9A3D-4DB8-B130-A83BA7AEDB50}" dt="2022-05-29T14:50:49.215" v="146" actId="1076"/>
          <ac:picMkLst>
            <pc:docMk/>
            <pc:sldMk cId="3498908" sldId="267"/>
            <ac:picMk id="9" creationId="{BECF0E55-607E-8472-5DE2-C7C2514360C0}"/>
          </ac:picMkLst>
        </pc:picChg>
        <pc:picChg chg="add mod">
          <ac:chgData name="Nghĩa Phạm" userId="437b0e18d13f8e57" providerId="LiveId" clId="{5B9FF905-9A3D-4DB8-B130-A83BA7AEDB50}" dt="2022-05-29T14:52:47.410" v="163" actId="1076"/>
          <ac:picMkLst>
            <pc:docMk/>
            <pc:sldMk cId="3498908" sldId="267"/>
            <ac:picMk id="10" creationId="{3D74ECC4-390D-4302-C4F5-39B20564A8C4}"/>
          </ac:picMkLst>
        </pc:picChg>
        <pc:picChg chg="add mod">
          <ac:chgData name="Nghĩa Phạm" userId="437b0e18d13f8e57" providerId="LiveId" clId="{5B9FF905-9A3D-4DB8-B130-A83BA7AEDB50}" dt="2022-05-29T14:52:53.982" v="171" actId="1076"/>
          <ac:picMkLst>
            <pc:docMk/>
            <pc:sldMk cId="3498908" sldId="267"/>
            <ac:picMk id="12" creationId="{62D616BA-3982-E42F-8245-1C46CBD97D98}"/>
          </ac:picMkLst>
        </pc:picChg>
        <pc:picChg chg="add mod">
          <ac:chgData name="Nghĩa Phạm" userId="437b0e18d13f8e57" providerId="LiveId" clId="{5B9FF905-9A3D-4DB8-B130-A83BA7AEDB50}" dt="2022-05-29T14:52:45.290" v="161" actId="1076"/>
          <ac:picMkLst>
            <pc:docMk/>
            <pc:sldMk cId="3498908" sldId="267"/>
            <ac:picMk id="14" creationId="{48189FE7-0A36-A4A4-4FAE-D8BE23996AFF}"/>
          </ac:picMkLst>
        </pc:picChg>
        <pc:picChg chg="mod">
          <ac:chgData name="Nghĩa Phạm" userId="437b0e18d13f8e57" providerId="LiveId" clId="{5B9FF905-9A3D-4DB8-B130-A83BA7AEDB50}" dt="2022-05-29T14:45:28.314" v="140" actId="1076"/>
          <ac:picMkLst>
            <pc:docMk/>
            <pc:sldMk cId="3498908" sldId="267"/>
            <ac:picMk id="62" creationId="{66310693-1932-E822-C874-220211374726}"/>
          </ac:picMkLst>
        </pc:picChg>
      </pc:sldChg>
      <pc:sldChg chg="addSp delSp modSp add mod">
        <pc:chgData name="Nghĩa Phạm" userId="437b0e18d13f8e57" providerId="LiveId" clId="{5B9FF905-9A3D-4DB8-B130-A83BA7AEDB50}" dt="2022-05-29T14:56:41.565" v="420" actId="692"/>
        <pc:sldMkLst>
          <pc:docMk/>
          <pc:sldMk cId="2570315" sldId="268"/>
        </pc:sldMkLst>
        <pc:spChg chg="add mod">
          <ac:chgData name="Nghĩa Phạm" userId="437b0e18d13f8e57" providerId="LiveId" clId="{5B9FF905-9A3D-4DB8-B130-A83BA7AEDB50}" dt="2022-05-29T14:56:27.605" v="406" actId="692"/>
          <ac:spMkLst>
            <pc:docMk/>
            <pc:sldMk cId="2570315" sldId="268"/>
            <ac:spMk id="2" creationId="{8AB49B52-38CE-21E3-AA15-77C14D71ECBA}"/>
          </ac:spMkLst>
        </pc:spChg>
        <pc:spChg chg="del">
          <ac:chgData name="Nghĩa Phạm" userId="437b0e18d13f8e57" providerId="LiveId" clId="{5B9FF905-9A3D-4DB8-B130-A83BA7AEDB50}" dt="2022-05-29T14:55:51.393" v="303" actId="478"/>
          <ac:spMkLst>
            <pc:docMk/>
            <pc:sldMk cId="2570315" sldId="268"/>
            <ac:spMk id="3" creationId="{3C955495-3F4F-8659-DCA3-C073BC97CF31}"/>
          </ac:spMkLst>
        </pc:spChg>
        <pc:spChg chg="del">
          <ac:chgData name="Nghĩa Phạm" userId="437b0e18d13f8e57" providerId="LiveId" clId="{5B9FF905-9A3D-4DB8-B130-A83BA7AEDB50}" dt="2022-05-29T14:55:52.162" v="304" actId="478"/>
          <ac:spMkLst>
            <pc:docMk/>
            <pc:sldMk cId="2570315" sldId="268"/>
            <ac:spMk id="4" creationId="{F77E9A41-7E13-243B-E6BE-C327B22868F0}"/>
          </ac:spMkLst>
        </pc:spChg>
        <pc:spChg chg="add mod">
          <ac:chgData name="Nghĩa Phạm" userId="437b0e18d13f8e57" providerId="LiveId" clId="{5B9FF905-9A3D-4DB8-B130-A83BA7AEDB50}" dt="2022-05-29T14:56:41.565" v="420" actId="692"/>
          <ac:spMkLst>
            <pc:docMk/>
            <pc:sldMk cId="2570315" sldId="268"/>
            <ac:spMk id="6" creationId="{E4ACBDC9-CAC6-BF37-F402-5CAFA6DE5BEC}"/>
          </ac:spMkLst>
        </pc:spChg>
        <pc:spChg chg="mod">
          <ac:chgData name="Nghĩa Phạm" userId="437b0e18d13f8e57" providerId="LiveId" clId="{5B9FF905-9A3D-4DB8-B130-A83BA7AEDB50}" dt="2022-05-29T14:55:56.984" v="305" actId="1076"/>
          <ac:spMkLst>
            <pc:docMk/>
            <pc:sldMk cId="2570315" sldId="268"/>
            <ac:spMk id="15" creationId="{B337B706-7DF3-77DB-D155-AE8F04B8B2B5}"/>
          </ac:spMkLst>
        </pc:spChg>
        <pc:spChg chg="del">
          <ac:chgData name="Nghĩa Phạm" userId="437b0e18d13f8e57" providerId="LiveId" clId="{5B9FF905-9A3D-4DB8-B130-A83BA7AEDB50}" dt="2022-05-29T14:55:58.186" v="306" actId="478"/>
          <ac:spMkLst>
            <pc:docMk/>
            <pc:sldMk cId="2570315" sldId="268"/>
            <ac:spMk id="16" creationId="{6CF9B34B-8012-903D-7459-D15346164C6C}"/>
          </ac:spMkLst>
        </pc:spChg>
        <pc:spChg chg="del">
          <ac:chgData name="Nghĩa Phạm" userId="437b0e18d13f8e57" providerId="LiveId" clId="{5B9FF905-9A3D-4DB8-B130-A83BA7AEDB50}" dt="2022-05-29T14:55:58.783" v="307" actId="478"/>
          <ac:spMkLst>
            <pc:docMk/>
            <pc:sldMk cId="2570315" sldId="268"/>
            <ac:spMk id="17" creationId="{1E4A9AFB-F64B-876C-7C0B-E7D0261FFB20}"/>
          </ac:spMkLst>
        </pc:spChg>
        <pc:spChg chg="del">
          <ac:chgData name="Nghĩa Phạm" userId="437b0e18d13f8e57" providerId="LiveId" clId="{5B9FF905-9A3D-4DB8-B130-A83BA7AEDB50}" dt="2022-05-29T14:55:50.090" v="302" actId="478"/>
          <ac:spMkLst>
            <pc:docMk/>
            <pc:sldMk cId="2570315" sldId="268"/>
            <ac:spMk id="66" creationId="{509A61BF-795B-3278-055F-3E1E562D536B}"/>
          </ac:spMkLst>
        </pc:spChg>
        <pc:grpChg chg="mod">
          <ac:chgData name="Nghĩa Phạm" userId="437b0e18d13f8e57" providerId="LiveId" clId="{5B9FF905-9A3D-4DB8-B130-A83BA7AEDB50}" dt="2022-05-29T14:56:01.043" v="308" actId="1076"/>
          <ac:grpSpMkLst>
            <pc:docMk/>
            <pc:sldMk cId="2570315" sldId="268"/>
            <ac:grpSpMk id="59" creationId="{3773C5A4-93B2-2E2F-52CF-1238796D7BE9}"/>
          </ac:grpSpMkLst>
        </pc:grp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5" creationId="{D8BF508C-ABBC-BFD3-DD4E-E3849FD3A761}"/>
          </ac:picMkLst>
        </pc:pic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7" creationId="{801F58C6-72AD-D431-9267-CCF5AB110901}"/>
          </ac:picMkLst>
        </pc:pic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9" creationId="{BECF0E55-607E-8472-5DE2-C7C2514360C0}"/>
          </ac:picMkLst>
        </pc:pic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10" creationId="{3D74ECC4-390D-4302-C4F5-39B20564A8C4}"/>
          </ac:picMkLst>
        </pc:pic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12" creationId="{62D616BA-3982-E42F-8245-1C46CBD97D98}"/>
          </ac:picMkLst>
        </pc:picChg>
        <pc:picChg chg="mod">
          <ac:chgData name="Nghĩa Phạm" userId="437b0e18d13f8e57" providerId="LiveId" clId="{5B9FF905-9A3D-4DB8-B130-A83BA7AEDB50}" dt="2022-05-29T14:55:56.984" v="305" actId="1076"/>
          <ac:picMkLst>
            <pc:docMk/>
            <pc:sldMk cId="2570315" sldId="268"/>
            <ac:picMk id="14" creationId="{48189FE7-0A36-A4A4-4FAE-D8BE23996AFF}"/>
          </ac:picMkLst>
        </pc:picChg>
        <pc:picChg chg="mod">
          <ac:chgData name="Nghĩa Phạm" userId="437b0e18d13f8e57" providerId="LiveId" clId="{5B9FF905-9A3D-4DB8-B130-A83BA7AEDB50}" dt="2022-05-29T14:56:02.680" v="309" actId="1076"/>
          <ac:picMkLst>
            <pc:docMk/>
            <pc:sldMk cId="2570315" sldId="268"/>
            <ac:picMk id="62" creationId="{66310693-1932-E822-C874-2202113747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D66C-0F8E-9A6B-6D10-432D9CAF8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20411-78D7-FA75-88D3-4F867F991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18B55-BFD0-CF6E-16E2-1A8361AE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01F41-D4B9-18E5-E782-45462CD9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0D904-B54F-8F62-C07D-219BEE94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D64F-AC84-C00F-988D-786D51AD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D90D-97CF-F38A-E47C-24B469B7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2EDAA-F31C-840A-A8E0-37423443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CC6F4-A9A7-5765-3DF8-438A6FA9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9A6C-77BB-F1C5-66A3-882A6108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9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EDFD-41F9-28D5-2988-ED672C36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6DEFF-189A-131E-E5FE-BD882E9E5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84B2D-93C1-427F-400E-32A3AA45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182A-304C-2B77-32EF-77442B48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D3B4-E518-34FB-B2C7-2792C2AD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480D-060B-9E54-B088-824E0FCC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E1C0-42FB-4DE4-29C6-500F78F68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723EE-238B-AE2C-F4F5-071911E60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2524E-CA69-5816-FFDD-5B27FDC46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F1D64-AC00-6BD5-03AC-02ABDE88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10BD3-7718-AE10-20FB-0DFF89E5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0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879E-5965-FA45-E540-CA2324B3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7B564-4F84-303A-5B68-C79A3393D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A46C8-917A-8C0A-D876-8A9EDB6BC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6C240-FDEF-14B0-E8ED-652DCE828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72268-0EEE-0B6A-77BC-3539BFFAD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01871-3D34-E429-B96D-CE0BB55C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28C54-6B0B-533F-C73B-16EA89FC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441D3-ABE6-07D1-4BF3-D626DBE4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ECA-270E-651D-1996-8BE2550D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C0311-58C9-6DC6-8A90-C9644FEB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BCE46-B71E-0D60-76F7-B28826A4C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E8C65-C6B7-4216-E335-0F79F71A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BC54A-94E1-C68F-5568-45089220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79327-0540-8778-FE74-2FEF2561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55E76-0CFC-9177-216D-6F2CBC32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1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666F-0BA7-F53E-D1D3-9338CB65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CE06-BF2D-A2CD-97E5-AA3245B46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F069A-4476-F215-082C-CA8148578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75DA8-250A-A4B7-C9C3-18EFA476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D2000-89AC-F52C-75D0-36647C4B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382A1-26FA-9F53-6F3D-58E7BEC3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3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A151-0637-5B78-917C-7A1A219E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7696F-50BE-0EC7-70A7-768B95DC8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333B9-D6FD-0E56-7613-D3911FBF6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3D8FB-27DE-70FE-705B-AF2824EC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2B5B-4420-E6A4-D9C8-7D77F846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151A2-C27E-3A0E-7608-D508CD95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3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5F75-A647-6F8B-F9A8-19C1F7FD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32EC0-BFA6-71DF-A964-708352DE4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B5D89-A683-6307-35AE-B5474071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CD04-32E4-29B8-2184-1AE00EED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DCA2E-F7E1-BC2C-E761-2DB1BCF1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08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1EF13-2CB5-DEFB-F364-3686A933D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E93D0-CD0C-A297-4446-3560FE919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38C07-A6C3-3D0E-385A-BFEB58B7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92C78-C726-A695-1780-8FE7B9BC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6CBD-48B2-9E9D-DDC4-EC4F7A0A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3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2BC57-66ED-2890-B2E6-33D27CB9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5761-1B9F-3351-ABEB-7515434D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7A85D-EDBD-1DB6-B8F0-23B31E3E4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CCBCA-2C89-4617-8A80-F934EFC3F278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8B774-A510-3A9B-F1D9-605A59696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E085-7F62-53DF-95C7-555343457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1AE74-739F-4DD7-8EF2-A02157A42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.svg"/><Relationship Id="rId2" Type="http://schemas.openxmlformats.org/officeDocument/2006/relationships/image" Target="../media/image5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8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sv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5" Type="http://schemas.openxmlformats.org/officeDocument/2006/relationships/image" Target="../media/image2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6.sv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.svg"/><Relationship Id="rId2" Type="http://schemas.openxmlformats.org/officeDocument/2006/relationships/image" Target="../media/image5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8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.svg"/><Relationship Id="rId2" Type="http://schemas.openxmlformats.org/officeDocument/2006/relationships/image" Target="../media/image5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8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.svg"/><Relationship Id="rId18" Type="http://schemas.openxmlformats.org/officeDocument/2006/relationships/image" Target="../media/image27.png"/><Relationship Id="rId3" Type="http://schemas.openxmlformats.org/officeDocument/2006/relationships/image" Target="../media/image6.svg"/><Relationship Id="rId21" Type="http://schemas.openxmlformats.org/officeDocument/2006/relationships/image" Target="../media/image30.svg"/><Relationship Id="rId7" Type="http://schemas.openxmlformats.org/officeDocument/2006/relationships/image" Target="../media/image2.svg"/><Relationship Id="rId12" Type="http://schemas.openxmlformats.org/officeDocument/2006/relationships/image" Target="../media/image13.png"/><Relationship Id="rId17" Type="http://schemas.openxmlformats.org/officeDocument/2006/relationships/image" Target="../media/image26.svg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7.png"/><Relationship Id="rId9" Type="http://schemas.openxmlformats.org/officeDocument/2006/relationships/image" Target="../media/image16.sv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image" Target="../media/image5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32.svg"/><Relationship Id="rId5" Type="http://schemas.openxmlformats.org/officeDocument/2006/relationships/image" Target="../media/image8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7.png"/><Relationship Id="rId9" Type="http://schemas.openxmlformats.org/officeDocument/2006/relationships/image" Target="../media/image4.sv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image" Target="../media/image5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32.svg"/><Relationship Id="rId5" Type="http://schemas.openxmlformats.org/officeDocument/2006/relationships/image" Target="../media/image8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7.png"/><Relationship Id="rId9" Type="http://schemas.openxmlformats.org/officeDocument/2006/relationships/image" Target="../media/image4.sv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Boy wearing backpack">
            <a:extLst>
              <a:ext uri="{FF2B5EF4-FFF2-40B4-BE49-F238E27FC236}">
                <a16:creationId xmlns:a16="http://schemas.microsoft.com/office/drawing/2014/main" id="{79C2DD16-6181-AB55-03E1-A8BDAEF2F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3743" y="872793"/>
            <a:ext cx="1936723" cy="480974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c 10" descr="Man wearing a tunic">
            <a:extLst>
              <a:ext uri="{FF2B5EF4-FFF2-40B4-BE49-F238E27FC236}">
                <a16:creationId xmlns:a16="http://schemas.microsoft.com/office/drawing/2014/main" id="{6F8176F0-585C-6D9A-18A5-F5860E5D1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9661" y="872793"/>
            <a:ext cx="2661996" cy="4809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27A050-996F-46F0-F340-C6A745726F06}"/>
              </a:ext>
            </a:extLst>
          </p:cNvPr>
          <p:cNvSpPr txBox="1"/>
          <p:nvPr/>
        </p:nvSpPr>
        <p:spPr>
          <a:xfrm>
            <a:off x="5416827" y="135633"/>
            <a:ext cx="186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anose="00000500000000000000" pitchFamily="2" charset="0"/>
              </a:rPr>
              <a:t>N H O M 1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5C7CF-F3F7-1755-7319-39F6915665A6}"/>
              </a:ext>
            </a:extLst>
          </p:cNvPr>
          <p:cNvSpPr txBox="1"/>
          <p:nvPr/>
        </p:nvSpPr>
        <p:spPr>
          <a:xfrm>
            <a:off x="3087990" y="1858330"/>
            <a:ext cx="108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>
                <a:latin typeface="Quicksand" panose="02070303000000060000" pitchFamily="18" charset="0"/>
              </a:rPr>
              <a:t>Nghia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1A44B-A17E-DF3D-602A-4B87D9A7D433}"/>
              </a:ext>
            </a:extLst>
          </p:cNvPr>
          <p:cNvSpPr txBox="1"/>
          <p:nvPr/>
        </p:nvSpPr>
        <p:spPr>
          <a:xfrm>
            <a:off x="6921983" y="4403647"/>
            <a:ext cx="108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Quicksand" panose="02070303000000060000" pitchFamily="18" charset="0"/>
              </a:rPr>
              <a:t>Nhat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7025BC-5467-34D8-B663-B791F2D50F8A}"/>
              </a:ext>
            </a:extLst>
          </p:cNvPr>
          <p:cNvSpPr txBox="1"/>
          <p:nvPr/>
        </p:nvSpPr>
        <p:spPr>
          <a:xfrm>
            <a:off x="10345375" y="4403647"/>
            <a:ext cx="1089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>
                <a:latin typeface="Quicksand" panose="02070303000000060000" pitchFamily="18" charset="0"/>
              </a:rPr>
              <a:t>Phuc</a:t>
            </a:r>
            <a:endParaRPr lang="en-US" dirty="0">
              <a:latin typeface="Quicksand" panose="02070303000000060000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86CF3F-6F64-64C2-71AD-CC686D265C59}"/>
              </a:ext>
            </a:extLst>
          </p:cNvPr>
          <p:cNvGrpSpPr/>
          <p:nvPr/>
        </p:nvGrpSpPr>
        <p:grpSpPr>
          <a:xfrm>
            <a:off x="828234" y="872793"/>
            <a:ext cx="3049566" cy="4887670"/>
            <a:chOff x="407567" y="1454344"/>
            <a:chExt cx="3295650" cy="4978956"/>
          </a:xfrm>
        </p:grpSpPr>
        <p:pic>
          <p:nvPicPr>
            <p:cNvPr id="29" name="Graphic 28" descr="Woman cycling">
              <a:extLst>
                <a:ext uri="{FF2B5EF4-FFF2-40B4-BE49-F238E27FC236}">
                  <a16:creationId xmlns:a16="http://schemas.microsoft.com/office/drawing/2014/main" id="{1D3306AA-DA08-08E5-BEB7-9176ED908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567" y="2213725"/>
              <a:ext cx="3295650" cy="4219575"/>
            </a:xfrm>
            <a:prstGeom prst="rect">
              <a:avLst/>
            </a:prstGeom>
          </p:spPr>
        </p:pic>
        <p:pic>
          <p:nvPicPr>
            <p:cNvPr id="30" name="Graphic 29" descr="A child with wavy hair">
              <a:extLst>
                <a:ext uri="{FF2B5EF4-FFF2-40B4-BE49-F238E27FC236}">
                  <a16:creationId xmlns:a16="http://schemas.microsoft.com/office/drawing/2014/main" id="{96D5AB63-340D-E3D2-C39B-4BC20406E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85182" y="1454344"/>
              <a:ext cx="899487" cy="99073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1BA769-703C-F4D1-2F9C-E7C367B2A3E2}"/>
              </a:ext>
            </a:extLst>
          </p:cNvPr>
          <p:cNvGrpSpPr/>
          <p:nvPr/>
        </p:nvGrpSpPr>
        <p:grpSpPr>
          <a:xfrm>
            <a:off x="12726774" y="0"/>
            <a:ext cx="8131277" cy="6858000"/>
            <a:chOff x="4060723" y="0"/>
            <a:chExt cx="8131277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9D9E8DD-FB71-0807-6456-D029DD8F422B}"/>
                </a:ext>
              </a:extLst>
            </p:cNvPr>
            <p:cNvSpPr>
              <a:spLocks/>
            </p:cNvSpPr>
            <p:nvPr/>
          </p:nvSpPr>
          <p:spPr>
            <a:xfrm>
              <a:off x="4060723" y="0"/>
              <a:ext cx="8131277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0E9779-64C2-F23A-1710-65DEA651763D}"/>
                </a:ext>
              </a:extLst>
            </p:cNvPr>
            <p:cNvSpPr txBox="1"/>
            <p:nvPr/>
          </p:nvSpPr>
          <p:spPr>
            <a:xfrm>
              <a:off x="4866968" y="1481205"/>
              <a:ext cx="179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latin typeface="Montserrat" panose="00000500000000000000" pitchFamily="2" charset="0"/>
                </a:rPr>
                <a:t>Đây </a:t>
              </a:r>
              <a:r>
                <a:rPr lang="vi-VN" dirty="0" err="1">
                  <a:latin typeface="Montserrat" panose="00000500000000000000" pitchFamily="2" charset="0"/>
                </a:rPr>
                <a:t>là</a:t>
              </a:r>
              <a:r>
                <a:rPr lang="vi-VN" dirty="0">
                  <a:latin typeface="Montserrat" panose="00000500000000000000" pitchFamily="2" charset="0"/>
                </a:rPr>
                <a:t> Nghĩa</a:t>
              </a:r>
              <a:endParaRPr lang="en-US" dirty="0">
                <a:latin typeface="Montserrat" panose="00000500000000000000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2637D9-6D33-42E8-8B47-FA503071ADB3}"/>
                </a:ext>
              </a:extLst>
            </p:cNvPr>
            <p:cNvSpPr txBox="1"/>
            <p:nvPr/>
          </p:nvSpPr>
          <p:spPr>
            <a:xfrm>
              <a:off x="4866968" y="2345907"/>
              <a:ext cx="5909187" cy="1118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vi-VN" dirty="0">
                  <a:latin typeface="Montserrat" panose="00000500000000000000" pitchFamily="2" charset="0"/>
                </a:rPr>
                <a:t>Nghĩa </a:t>
              </a:r>
              <a:r>
                <a:rPr lang="vi-VN" dirty="0" err="1">
                  <a:latin typeface="Montserrat" panose="00000500000000000000" pitchFamily="2" charset="0"/>
                </a:rPr>
                <a:t>là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một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học</a:t>
              </a:r>
              <a:r>
                <a:rPr lang="vi-VN" dirty="0">
                  <a:latin typeface="Montserrat" panose="00000500000000000000" pitchFamily="2" charset="0"/>
                </a:rPr>
                <a:t> sinh </a:t>
              </a:r>
              <a:r>
                <a:rPr lang="vi-VN" dirty="0" err="1">
                  <a:latin typeface="Montserrat" panose="00000500000000000000" pitchFamily="2" charset="0"/>
                </a:rPr>
                <a:t>mới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lênTPHCM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học</a:t>
              </a:r>
              <a:r>
                <a:rPr lang="vi-VN" dirty="0">
                  <a:latin typeface="Montserrat" panose="00000500000000000000" pitchFamily="2" charset="0"/>
                </a:rPr>
                <a:t>, </a:t>
              </a:r>
              <a:r>
                <a:rPr lang="vi-VN" dirty="0" err="1">
                  <a:latin typeface="Montserrat" panose="00000500000000000000" pitchFamily="2" charset="0"/>
                </a:rPr>
                <a:t>hiện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tại</a:t>
              </a:r>
              <a:r>
                <a:rPr lang="vi-VN" dirty="0">
                  <a:latin typeface="Montserrat" panose="00000500000000000000" pitchFamily="2" charset="0"/>
                </a:rPr>
                <a:t> Nghĩa đang </a:t>
              </a:r>
              <a:r>
                <a:rPr lang="vi-VN" dirty="0" err="1">
                  <a:latin typeface="Montserrat" panose="00000500000000000000" pitchFamily="2" charset="0"/>
                </a:rPr>
                <a:t>tìm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Nhật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để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cùng</a:t>
              </a:r>
              <a:r>
                <a:rPr lang="vi-VN" dirty="0">
                  <a:latin typeface="Montserrat" panose="00000500000000000000" pitchFamily="2" charset="0"/>
                </a:rPr>
                <a:t> nhau đi </a:t>
              </a:r>
              <a:r>
                <a:rPr lang="vi-VN" dirty="0" err="1">
                  <a:latin typeface="Montserrat" panose="00000500000000000000" pitchFamily="2" charset="0"/>
                </a:rPr>
                <a:t>tìm</a:t>
              </a:r>
              <a:r>
                <a:rPr lang="vi-VN" dirty="0">
                  <a:latin typeface="Montserrat" panose="00000500000000000000" pitchFamily="2" charset="0"/>
                </a:rPr>
                <a:t> </a:t>
              </a:r>
              <a:r>
                <a:rPr lang="vi-VN" dirty="0" err="1">
                  <a:latin typeface="Montserrat" panose="00000500000000000000" pitchFamily="2" charset="0"/>
                </a:rPr>
                <a:t>trọ</a:t>
              </a:r>
              <a:endParaRPr lang="en-US" dirty="0"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584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A4EA412-8DDC-0A18-46C6-222ECEA3B1B1}"/>
              </a:ext>
            </a:extLst>
          </p:cNvPr>
          <p:cNvGrpSpPr/>
          <p:nvPr/>
        </p:nvGrpSpPr>
        <p:grpSpPr>
          <a:xfrm>
            <a:off x="4060723" y="0"/>
            <a:ext cx="8131277" cy="6858000"/>
            <a:chOff x="4060723" y="0"/>
            <a:chExt cx="8131277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D91303-B42C-7158-6665-14AA21F5A2FB}"/>
                </a:ext>
              </a:extLst>
            </p:cNvPr>
            <p:cNvSpPr>
              <a:spLocks/>
            </p:cNvSpPr>
            <p:nvPr/>
          </p:nvSpPr>
          <p:spPr>
            <a:xfrm>
              <a:off x="4060723" y="0"/>
              <a:ext cx="8131277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2C27C9-3987-9E41-A37F-A43A645715BA}"/>
                </a:ext>
              </a:extLst>
            </p:cNvPr>
            <p:cNvSpPr txBox="1"/>
            <p:nvPr/>
          </p:nvSpPr>
          <p:spPr>
            <a:xfrm>
              <a:off x="4866968" y="1481205"/>
              <a:ext cx="1799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latin typeface="Montserrat" panose="00000500000000000000" pitchFamily="2" charset="0"/>
                </a:rPr>
                <a:t>Đây </a:t>
              </a:r>
              <a:r>
                <a:rPr lang="vi-VN" dirty="0" err="1">
                  <a:latin typeface="Montserrat" panose="00000500000000000000" pitchFamily="2" charset="0"/>
                </a:rPr>
                <a:t>là</a:t>
              </a:r>
              <a:r>
                <a:rPr lang="vi-VN" dirty="0">
                  <a:latin typeface="Montserrat" panose="00000500000000000000" pitchFamily="2" charset="0"/>
                </a:rPr>
                <a:t> Nghĩa</a:t>
              </a:r>
              <a:endParaRPr lang="en-US" dirty="0">
                <a:latin typeface="Montserrat" panose="00000500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1CBA6B-ECE5-06D7-4F38-B84D825646E9}"/>
                    </a:ext>
                  </a:extLst>
                </p:cNvPr>
                <p:cNvSpPr txBox="1"/>
                <p:nvPr/>
              </p:nvSpPr>
              <p:spPr>
                <a:xfrm>
                  <a:off x="4866968" y="2345907"/>
                  <a:ext cx="5909187" cy="1118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14:m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a14:m>
                  <a:r>
                    <a:rPr lang="vi-VN" dirty="0">
                      <a:latin typeface="Montserrat" panose="00000500000000000000" pitchFamily="2" charset="0"/>
                    </a:rPr>
                    <a:t> Nghĩa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là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một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học</a:t>
                  </a:r>
                  <a:r>
                    <a:rPr lang="vi-VN" dirty="0">
                      <a:latin typeface="Montserrat" panose="00000500000000000000" pitchFamily="2" charset="0"/>
                    </a:rPr>
                    <a:t> sinh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mới</a:t>
                  </a:r>
                  <a:r>
                    <a:rPr lang="vi-VN" dirty="0">
                      <a:latin typeface="Montserrat" panose="00000500000000000000" pitchFamily="2" charset="0"/>
                    </a:rPr>
                    <a:t> lên TPHCM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học</a:t>
                  </a:r>
                  <a:r>
                    <a:rPr lang="vi-VN" dirty="0">
                      <a:latin typeface="Montserrat" panose="00000500000000000000" pitchFamily="2" charset="0"/>
                    </a:rPr>
                    <a:t>,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hiện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tại</a:t>
                  </a:r>
                  <a:r>
                    <a:rPr lang="vi-VN" dirty="0">
                      <a:latin typeface="Montserrat" panose="00000500000000000000" pitchFamily="2" charset="0"/>
                    </a:rPr>
                    <a:t> Nghĩa đang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tìm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Nhật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để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cùng</a:t>
                  </a:r>
                  <a:r>
                    <a:rPr lang="vi-VN" dirty="0">
                      <a:latin typeface="Montserrat" panose="00000500000000000000" pitchFamily="2" charset="0"/>
                    </a:rPr>
                    <a:t> nhau đi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tìm</a:t>
                  </a:r>
                  <a:r>
                    <a:rPr lang="vi-VN" dirty="0">
                      <a:latin typeface="Montserrat" panose="00000500000000000000" pitchFamily="2" charset="0"/>
                    </a:rPr>
                    <a:t> </a:t>
                  </a:r>
                  <a:r>
                    <a:rPr lang="vi-VN" dirty="0" err="1">
                      <a:latin typeface="Montserrat" panose="00000500000000000000" pitchFamily="2" charset="0"/>
                    </a:rPr>
                    <a:t>trọ</a:t>
                  </a:r>
                  <a:endParaRPr lang="en-US" dirty="0">
                    <a:latin typeface="Montserrat" panose="00000500000000000000" pitchFamily="2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E1CBA6B-ECE5-06D7-4F38-B84D82564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6968" y="2345907"/>
                  <a:ext cx="5909187" cy="1118896"/>
                </a:xfrm>
                <a:prstGeom prst="rect">
                  <a:avLst/>
                </a:prstGeom>
                <a:blipFill>
                  <a:blip r:embed="rId2"/>
                  <a:stretch>
                    <a:fillRect l="-825" r="-619" b="-87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72716D-33ED-F9F4-D191-1ECA28978F41}"/>
              </a:ext>
            </a:extLst>
          </p:cNvPr>
          <p:cNvGrpSpPr/>
          <p:nvPr/>
        </p:nvGrpSpPr>
        <p:grpSpPr>
          <a:xfrm>
            <a:off x="381615" y="1355168"/>
            <a:ext cx="3295650" cy="5005780"/>
            <a:chOff x="997052" y="1454559"/>
            <a:chExt cx="3295650" cy="5005780"/>
          </a:xfrm>
        </p:grpSpPr>
        <p:pic>
          <p:nvPicPr>
            <p:cNvPr id="10" name="Graphic 9" descr="Woman cycling">
              <a:extLst>
                <a:ext uri="{FF2B5EF4-FFF2-40B4-BE49-F238E27FC236}">
                  <a16:creationId xmlns:a16="http://schemas.microsoft.com/office/drawing/2014/main" id="{5419DA75-C6F6-A650-20BE-B39A62422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12" name="Graphic 11" descr="A child with wavy hair">
              <a:extLst>
                <a:ext uri="{FF2B5EF4-FFF2-40B4-BE49-F238E27FC236}">
                  <a16:creationId xmlns:a16="http://schemas.microsoft.com/office/drawing/2014/main" id="{79686A7F-F40A-7EC7-9FE6-4E4F14456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C192FA-7373-B656-8FC9-ECFDA59B92BC}"/>
                  </a:ext>
                </a:extLst>
              </p:cNvPr>
              <p:cNvSpPr txBox="1"/>
              <p:nvPr/>
            </p:nvSpPr>
            <p:spPr>
              <a:xfrm>
                <a:off x="4866967" y="3691712"/>
                <a:ext cx="5909187" cy="1672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vi-VN" dirty="0">
                    <a:latin typeface="Montserrat" panose="00000500000000000000" pitchFamily="2" charset="0"/>
                  </a:rPr>
                  <a:t> Nghĩa </a:t>
                </a:r>
                <a:r>
                  <a:rPr lang="vi-VN" dirty="0" err="1">
                    <a:latin typeface="Montserrat" panose="00000500000000000000" pitchFamily="2" charset="0"/>
                  </a:rPr>
                  <a:t>là</a:t>
                </a:r>
                <a:r>
                  <a:rPr lang="vi-VN" dirty="0">
                    <a:latin typeface="Montserrat" panose="00000500000000000000" pitchFamily="2" charset="0"/>
                  </a:rPr>
                  <a:t> 1 </a:t>
                </a:r>
                <a:r>
                  <a:rPr lang="vi-VN" dirty="0" err="1">
                    <a:latin typeface="Montserrat" panose="00000500000000000000" pitchFamily="2" charset="0"/>
                  </a:rPr>
                  <a:t>người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lười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biếng</a:t>
                </a:r>
                <a:r>
                  <a:rPr lang="vi-VN" dirty="0">
                    <a:latin typeface="Montserrat" panose="00000500000000000000" pitchFamily="2" charset="0"/>
                  </a:rPr>
                  <a:t>, nên Nghĩa </a:t>
                </a:r>
                <a:r>
                  <a:rPr lang="vi-VN" dirty="0" err="1">
                    <a:latin typeface="Montserrat" panose="00000500000000000000" pitchFamily="2" charset="0"/>
                  </a:rPr>
                  <a:t>muốn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tìm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quảng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đường</a:t>
                </a:r>
                <a:r>
                  <a:rPr lang="vi-VN" dirty="0">
                    <a:latin typeface="Montserrat" panose="00000500000000000000" pitchFamily="2" charset="0"/>
                  </a:rPr>
                  <a:t> đi </a:t>
                </a:r>
                <a:r>
                  <a:rPr lang="vi-VN" dirty="0" err="1">
                    <a:latin typeface="Montserrat" panose="00000500000000000000" pitchFamily="2" charset="0"/>
                  </a:rPr>
                  <a:t>đến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Nhật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ngắn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nhất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để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đỡ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tốn</a:t>
                </a:r>
                <a:r>
                  <a:rPr lang="vi-VN" dirty="0">
                    <a:latin typeface="Montserrat" panose="00000500000000000000" pitchFamily="2" charset="0"/>
                  </a:rPr>
                  <a:t>  </a:t>
                </a:r>
                <a:r>
                  <a:rPr lang="vi-VN" dirty="0" err="1">
                    <a:latin typeface="Montserrat" panose="00000500000000000000" pitchFamily="2" charset="0"/>
                  </a:rPr>
                  <a:t>sức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lực</a:t>
                </a:r>
                <a:r>
                  <a:rPr lang="vi-VN" dirty="0">
                    <a:latin typeface="Montserrat" panose="00000500000000000000" pitchFamily="2" charset="0"/>
                  </a:rPr>
                  <a:t>.</a:t>
                </a:r>
                <a:endParaRPr lang="en-US" dirty="0"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C192FA-7373-B656-8FC9-ECFDA59B9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67" y="3691712"/>
                <a:ext cx="5909187" cy="1672894"/>
              </a:xfrm>
              <a:prstGeom prst="rect">
                <a:avLst/>
              </a:prstGeom>
              <a:blipFill>
                <a:blip r:embed="rId7"/>
                <a:stretch>
                  <a:fillRect l="-825" b="-5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703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D91303-B42C-7158-6665-14AA21F5A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60723" y="0"/>
            <a:ext cx="81312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C27C9-3987-9E41-A37F-A43A645715BA}"/>
              </a:ext>
            </a:extLst>
          </p:cNvPr>
          <p:cNvSpPr txBox="1"/>
          <p:nvPr/>
        </p:nvSpPr>
        <p:spPr>
          <a:xfrm>
            <a:off x="4827639" y="811574"/>
            <a:ext cx="179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Đây </a:t>
            </a:r>
            <a:r>
              <a:rPr lang="vi-VN" dirty="0" err="1">
                <a:latin typeface="Montserrat" panose="00000500000000000000" pitchFamily="2" charset="0"/>
              </a:rPr>
              <a:t>là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Nhật</a:t>
            </a:r>
            <a:endParaRPr lang="en-US" dirty="0">
              <a:latin typeface="Montserrat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CBA6B-ECE5-06D7-4F38-B84D825646E9}"/>
                  </a:ext>
                </a:extLst>
              </p:cNvPr>
              <p:cNvSpPr txBox="1"/>
              <p:nvPr/>
            </p:nvSpPr>
            <p:spPr>
              <a:xfrm>
                <a:off x="4827639" y="1681316"/>
                <a:ext cx="5909187" cy="1118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dirty="0" err="1">
                    <a:latin typeface="Montserrat" panose="00000500000000000000" pitchFamily="2" charset="0"/>
                  </a:rPr>
                  <a:t>Nhật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cũng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giống</a:t>
                </a:r>
                <a:r>
                  <a:rPr lang="vi-VN" dirty="0">
                    <a:latin typeface="Montserrat" panose="00000500000000000000" pitchFamily="2" charset="0"/>
                  </a:rPr>
                  <a:t> Nghĩa, </a:t>
                </a:r>
                <a:r>
                  <a:rPr lang="vi-VN" dirty="0" err="1">
                    <a:latin typeface="Montserrat" panose="00000500000000000000" pitchFamily="2" charset="0"/>
                  </a:rPr>
                  <a:t>Nhật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hiện</a:t>
                </a:r>
                <a:r>
                  <a:rPr lang="vi-VN" dirty="0">
                    <a:latin typeface="Montserrat" panose="00000500000000000000" pitchFamily="2" charset="0"/>
                  </a:rPr>
                  <a:t> đang </a:t>
                </a:r>
                <a:r>
                  <a:rPr lang="vi-VN" dirty="0" err="1">
                    <a:latin typeface="Montserrat" panose="00000500000000000000" pitchFamily="2" charset="0"/>
                  </a:rPr>
                  <a:t>đợi</a:t>
                </a:r>
                <a:r>
                  <a:rPr lang="vi-VN" dirty="0">
                    <a:latin typeface="Montserrat" panose="00000500000000000000" pitchFamily="2" charset="0"/>
                  </a:rPr>
                  <a:t> Nghĩa </a:t>
                </a:r>
                <a:r>
                  <a:rPr lang="vi-VN" dirty="0" err="1">
                    <a:latin typeface="Montserrat" panose="00000500000000000000" pitchFamily="2" charset="0"/>
                  </a:rPr>
                  <a:t>đến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đón</a:t>
                </a:r>
                <a:endParaRPr lang="en-US" dirty="0"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CBA6B-ECE5-06D7-4F38-B84D8256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639" y="1681316"/>
                <a:ext cx="5909187" cy="1118896"/>
              </a:xfrm>
              <a:prstGeom prst="rect">
                <a:avLst/>
              </a:prstGeom>
              <a:blipFill>
                <a:blip r:embed="rId2"/>
                <a:stretch>
                  <a:fillRect l="-929" b="-8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Boy wearing backpack">
            <a:extLst>
              <a:ext uri="{FF2B5EF4-FFF2-40B4-BE49-F238E27FC236}">
                <a16:creationId xmlns:a16="http://schemas.microsoft.com/office/drawing/2014/main" id="{1EBFF24E-E4A4-B497-2F29-5DDA6E81C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181" y="1180906"/>
            <a:ext cx="1936723" cy="48097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D04DBC-9A30-7687-85FE-C741973B9E0D}"/>
                  </a:ext>
                </a:extLst>
              </p:cNvPr>
              <p:cNvSpPr txBox="1"/>
              <p:nvPr/>
            </p:nvSpPr>
            <p:spPr>
              <a:xfrm>
                <a:off x="4827638" y="3819832"/>
                <a:ext cx="5909187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dirty="0" err="1">
                    <a:latin typeface="Montserrat" panose="00000500000000000000" pitchFamily="2" charset="0"/>
                  </a:rPr>
                  <a:t>Nhật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rất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thích</a:t>
                </a:r>
                <a:r>
                  <a:rPr lang="vi-VN" dirty="0">
                    <a:latin typeface="Montserrat" panose="00000500000000000000" pitchFamily="2" charset="0"/>
                  </a:rPr>
                  <a:t> ăn </a:t>
                </a:r>
                <a:r>
                  <a:rPr lang="vi-VN" dirty="0" err="1">
                    <a:latin typeface="Montserrat" panose="00000500000000000000" pitchFamily="2" charset="0"/>
                  </a:rPr>
                  <a:t>Cá</a:t>
                </a:r>
                <a:r>
                  <a:rPr lang="vi-VN" dirty="0">
                    <a:latin typeface="Montserrat" panose="00000500000000000000" pitchFamily="2" charset="0"/>
                  </a:rPr>
                  <a:t>, </a:t>
                </a:r>
                <a:r>
                  <a:rPr lang="vi-VN" dirty="0" err="1">
                    <a:latin typeface="Montserrat" panose="00000500000000000000" pitchFamily="2" charset="0"/>
                  </a:rPr>
                  <a:t>và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rất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thích</a:t>
                </a:r>
                <a:r>
                  <a:rPr lang="vi-VN" dirty="0">
                    <a:latin typeface="Montserrat" panose="00000500000000000000" pitchFamily="2" charset="0"/>
                  </a:rPr>
                  <a:t> </a:t>
                </a:r>
                <a:r>
                  <a:rPr lang="vi-VN" dirty="0" err="1">
                    <a:latin typeface="Montserrat" panose="00000500000000000000" pitchFamily="2" charset="0"/>
                  </a:rPr>
                  <a:t>đặt</a:t>
                </a:r>
                <a:r>
                  <a:rPr lang="vi-VN" dirty="0">
                    <a:latin typeface="Montserrat" panose="00000500000000000000" pitchFamily="2" charset="0"/>
                  </a:rPr>
                  <a:t> câu </a:t>
                </a:r>
                <a:r>
                  <a:rPr lang="vi-VN" dirty="0" err="1">
                    <a:latin typeface="Montserrat" panose="00000500000000000000" pitchFamily="2" charset="0"/>
                  </a:rPr>
                  <a:t>hỏi</a:t>
                </a:r>
                <a:endParaRPr lang="en-US" dirty="0"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D04DBC-9A30-7687-85FE-C741973B9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638" y="3819832"/>
                <a:ext cx="5909187" cy="564898"/>
              </a:xfrm>
              <a:prstGeom prst="rect">
                <a:avLst/>
              </a:prstGeom>
              <a:blipFill>
                <a:blip r:embed="rId5"/>
                <a:stretch>
                  <a:fillRect b="-18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52261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D91303-B42C-7158-6665-14AA21F5A2FB}"/>
              </a:ext>
            </a:extLst>
          </p:cNvPr>
          <p:cNvSpPr>
            <a:spLocks/>
          </p:cNvSpPr>
          <p:nvPr/>
        </p:nvSpPr>
        <p:spPr>
          <a:xfrm>
            <a:off x="-8506415" y="0"/>
            <a:ext cx="81312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5D26D1-8F9C-79AB-004D-AD2F937DA264}"/>
              </a:ext>
            </a:extLst>
          </p:cNvPr>
          <p:cNvGrpSpPr/>
          <p:nvPr/>
        </p:nvGrpSpPr>
        <p:grpSpPr>
          <a:xfrm>
            <a:off x="844603" y="2801072"/>
            <a:ext cx="1574507" cy="1974143"/>
            <a:chOff x="997052" y="1454559"/>
            <a:chExt cx="3295650" cy="5005780"/>
          </a:xfrm>
        </p:grpSpPr>
        <p:pic>
          <p:nvPicPr>
            <p:cNvPr id="10" name="Graphic 9" descr="Woman cycling">
              <a:extLst>
                <a:ext uri="{FF2B5EF4-FFF2-40B4-BE49-F238E27FC236}">
                  <a16:creationId xmlns:a16="http://schemas.microsoft.com/office/drawing/2014/main" id="{B4839691-F31F-4CDE-7694-85AE3385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11" name="Graphic 10" descr="A child with wavy hair">
              <a:extLst>
                <a:ext uri="{FF2B5EF4-FFF2-40B4-BE49-F238E27FC236}">
                  <a16:creationId xmlns:a16="http://schemas.microsoft.com/office/drawing/2014/main" id="{28272C7B-E19A-2A65-9805-970536D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14" name="Graphic 13" descr="Home front yard">
            <a:extLst>
              <a:ext uri="{FF2B5EF4-FFF2-40B4-BE49-F238E27FC236}">
                <a16:creationId xmlns:a16="http://schemas.microsoft.com/office/drawing/2014/main" id="{17CA24FB-B9CE-1D40-E62A-AE6FF4338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9408" y="790630"/>
            <a:ext cx="1745952" cy="982098"/>
          </a:xfrm>
          <a:prstGeom prst="rect">
            <a:avLst/>
          </a:prstGeom>
        </p:spPr>
      </p:pic>
      <p:pic>
        <p:nvPicPr>
          <p:cNvPr id="16" name="Graphic 15" descr="Park with bench and trees">
            <a:extLst>
              <a:ext uri="{FF2B5EF4-FFF2-40B4-BE49-F238E27FC236}">
                <a16:creationId xmlns:a16="http://schemas.microsoft.com/office/drawing/2014/main" id="{929C6448-ED29-9582-3B6C-76ECB71EB7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323" y="2445802"/>
            <a:ext cx="1909483" cy="1074084"/>
          </a:xfrm>
          <a:prstGeom prst="rect">
            <a:avLst/>
          </a:prstGeom>
        </p:spPr>
      </p:pic>
      <p:pic>
        <p:nvPicPr>
          <p:cNvPr id="18" name="Graphic 17" descr="Playground with swing and slide">
            <a:extLst>
              <a:ext uri="{FF2B5EF4-FFF2-40B4-BE49-F238E27FC236}">
                <a16:creationId xmlns:a16="http://schemas.microsoft.com/office/drawing/2014/main" id="{BA76AA08-C7FB-1C31-16E4-6553262E8B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6325" y="3875156"/>
            <a:ext cx="1875712" cy="1055088"/>
          </a:xfrm>
          <a:prstGeom prst="rect">
            <a:avLst/>
          </a:prstGeom>
        </p:spPr>
      </p:pic>
      <p:pic>
        <p:nvPicPr>
          <p:cNvPr id="20" name="Graphic 19" descr="Houses with sidewalk">
            <a:extLst>
              <a:ext uri="{FF2B5EF4-FFF2-40B4-BE49-F238E27FC236}">
                <a16:creationId xmlns:a16="http://schemas.microsoft.com/office/drawing/2014/main" id="{C347DAD0-2AE1-8767-BD13-F3BBE9704A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87761" y="460622"/>
            <a:ext cx="2185685" cy="1229448"/>
          </a:xfrm>
          <a:prstGeom prst="rect">
            <a:avLst/>
          </a:prstGeom>
        </p:spPr>
      </p:pic>
      <p:pic>
        <p:nvPicPr>
          <p:cNvPr id="22" name="Graphic 21" descr="Zen garden with temple">
            <a:extLst>
              <a:ext uri="{FF2B5EF4-FFF2-40B4-BE49-F238E27FC236}">
                <a16:creationId xmlns:a16="http://schemas.microsoft.com/office/drawing/2014/main" id="{BE789E01-1760-6A80-6BC1-95C83AB17C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19110" y="5085273"/>
            <a:ext cx="2075889" cy="1167687"/>
          </a:xfrm>
          <a:prstGeom prst="rect">
            <a:avLst/>
          </a:prstGeom>
        </p:spPr>
      </p:pic>
      <p:pic>
        <p:nvPicPr>
          <p:cNvPr id="23" name="Graphic 22" descr="Home front yard">
            <a:extLst>
              <a:ext uri="{FF2B5EF4-FFF2-40B4-BE49-F238E27FC236}">
                <a16:creationId xmlns:a16="http://schemas.microsoft.com/office/drawing/2014/main" id="{C5372E65-199D-A957-35A7-2A589EA8B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4027" y="5408347"/>
            <a:ext cx="1745952" cy="982098"/>
          </a:xfrm>
          <a:prstGeom prst="rect">
            <a:avLst/>
          </a:prstGeom>
        </p:spPr>
      </p:pic>
      <p:pic>
        <p:nvPicPr>
          <p:cNvPr id="24" name="Graphic 23" descr="Home front yard">
            <a:extLst>
              <a:ext uri="{FF2B5EF4-FFF2-40B4-BE49-F238E27FC236}">
                <a16:creationId xmlns:a16="http://schemas.microsoft.com/office/drawing/2014/main" id="{F861DE57-F791-B701-93A4-CB3F691A51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5380" y="3163482"/>
            <a:ext cx="1745952" cy="982098"/>
          </a:xfrm>
          <a:prstGeom prst="rect">
            <a:avLst/>
          </a:prstGeom>
        </p:spPr>
      </p:pic>
      <p:pic>
        <p:nvPicPr>
          <p:cNvPr id="25" name="Graphic 24" descr="Home front yard">
            <a:extLst>
              <a:ext uri="{FF2B5EF4-FFF2-40B4-BE49-F238E27FC236}">
                <a16:creationId xmlns:a16="http://schemas.microsoft.com/office/drawing/2014/main" id="{AE31DA23-5E4B-47F5-646B-AA7A09807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295" y="2244404"/>
            <a:ext cx="1745952" cy="982098"/>
          </a:xfrm>
          <a:prstGeom prst="rect">
            <a:avLst/>
          </a:prstGeom>
        </p:spPr>
      </p:pic>
      <p:pic>
        <p:nvPicPr>
          <p:cNvPr id="26" name="Graphic 25" descr="Boy wearing backpack">
            <a:extLst>
              <a:ext uri="{FF2B5EF4-FFF2-40B4-BE49-F238E27FC236}">
                <a16:creationId xmlns:a16="http://schemas.microsoft.com/office/drawing/2014/main" id="{8221C455-6565-9E65-9931-1D4ABB29C6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91190" y="4337140"/>
            <a:ext cx="867659" cy="2154784"/>
          </a:xfrm>
          <a:prstGeom prst="rect">
            <a:avLst/>
          </a:prstGeom>
        </p:spPr>
      </p:pic>
      <p:pic>
        <p:nvPicPr>
          <p:cNvPr id="27" name="Graphic 26" descr="Home front yard">
            <a:extLst>
              <a:ext uri="{FF2B5EF4-FFF2-40B4-BE49-F238E27FC236}">
                <a16:creationId xmlns:a16="http://schemas.microsoft.com/office/drawing/2014/main" id="{AF017B9B-D9E9-DAA5-1E0F-22FF54866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9979" y="474627"/>
            <a:ext cx="1745952" cy="982098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CA4BE82-D692-C8A5-A7D6-40A820149E05}"/>
              </a:ext>
            </a:extLst>
          </p:cNvPr>
          <p:cNvSpPr/>
          <p:nvPr/>
        </p:nvSpPr>
        <p:spPr>
          <a:xfrm>
            <a:off x="2225040" y="2011680"/>
            <a:ext cx="782320" cy="650240"/>
          </a:xfrm>
          <a:custGeom>
            <a:avLst/>
            <a:gdLst>
              <a:gd name="connsiteX0" fmla="*/ 0 w 782320"/>
              <a:gd name="connsiteY0" fmla="*/ 650240 h 650240"/>
              <a:gd name="connsiteX1" fmla="*/ 213360 w 782320"/>
              <a:gd name="connsiteY1" fmla="*/ 436880 h 650240"/>
              <a:gd name="connsiteX2" fmla="*/ 406400 w 782320"/>
              <a:gd name="connsiteY2" fmla="*/ 233680 h 650240"/>
              <a:gd name="connsiteX3" fmla="*/ 467360 w 782320"/>
              <a:gd name="connsiteY3" fmla="*/ 182880 h 650240"/>
              <a:gd name="connsiteX4" fmla="*/ 497840 w 782320"/>
              <a:gd name="connsiteY4" fmla="*/ 152400 h 650240"/>
              <a:gd name="connsiteX5" fmla="*/ 599440 w 782320"/>
              <a:gd name="connsiteY5" fmla="*/ 91440 h 650240"/>
              <a:gd name="connsiteX6" fmla="*/ 680720 w 782320"/>
              <a:gd name="connsiteY6" fmla="*/ 40640 h 650240"/>
              <a:gd name="connsiteX7" fmla="*/ 782320 w 782320"/>
              <a:gd name="connsiteY7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320" h="650240">
                <a:moveTo>
                  <a:pt x="0" y="650240"/>
                </a:moveTo>
                <a:cubicBezTo>
                  <a:pt x="102196" y="522495"/>
                  <a:pt x="-19507" y="669747"/>
                  <a:pt x="213360" y="436880"/>
                </a:cubicBezTo>
                <a:cubicBezTo>
                  <a:pt x="279422" y="370818"/>
                  <a:pt x="334629" y="293489"/>
                  <a:pt x="406400" y="233680"/>
                </a:cubicBezTo>
                <a:cubicBezTo>
                  <a:pt x="426720" y="216747"/>
                  <a:pt x="447590" y="200453"/>
                  <a:pt x="467360" y="182880"/>
                </a:cubicBezTo>
                <a:cubicBezTo>
                  <a:pt x="478099" y="173334"/>
                  <a:pt x="487027" y="161862"/>
                  <a:pt x="497840" y="152400"/>
                </a:cubicBezTo>
                <a:cubicBezTo>
                  <a:pt x="583087" y="77808"/>
                  <a:pt x="511512" y="138786"/>
                  <a:pt x="599440" y="91440"/>
                </a:cubicBezTo>
                <a:cubicBezTo>
                  <a:pt x="627571" y="76293"/>
                  <a:pt x="652143" y="54928"/>
                  <a:pt x="680720" y="40640"/>
                </a:cubicBezTo>
                <a:cubicBezTo>
                  <a:pt x="713345" y="24328"/>
                  <a:pt x="782320" y="0"/>
                  <a:pt x="78232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1074D84-5040-89C6-FBC2-AD2CE597275C}"/>
              </a:ext>
            </a:extLst>
          </p:cNvPr>
          <p:cNvSpPr/>
          <p:nvPr/>
        </p:nvSpPr>
        <p:spPr>
          <a:xfrm>
            <a:off x="4098439" y="1861767"/>
            <a:ext cx="416560" cy="812800"/>
          </a:xfrm>
          <a:custGeom>
            <a:avLst/>
            <a:gdLst>
              <a:gd name="connsiteX0" fmla="*/ 0 w 416560"/>
              <a:gd name="connsiteY0" fmla="*/ 0 h 812800"/>
              <a:gd name="connsiteX1" fmla="*/ 162560 w 416560"/>
              <a:gd name="connsiteY1" fmla="*/ 243840 h 812800"/>
              <a:gd name="connsiteX2" fmla="*/ 193040 w 416560"/>
              <a:gd name="connsiteY2" fmla="*/ 284480 h 812800"/>
              <a:gd name="connsiteX3" fmla="*/ 355600 w 416560"/>
              <a:gd name="connsiteY3" fmla="*/ 721360 h 812800"/>
              <a:gd name="connsiteX4" fmla="*/ 416560 w 416560"/>
              <a:gd name="connsiteY4" fmla="*/ 8128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" h="812800">
                <a:moveTo>
                  <a:pt x="0" y="0"/>
                </a:moveTo>
                <a:cubicBezTo>
                  <a:pt x="54187" y="81280"/>
                  <a:pt x="107709" y="163007"/>
                  <a:pt x="162560" y="243840"/>
                </a:cubicBezTo>
                <a:cubicBezTo>
                  <a:pt x="172068" y="257852"/>
                  <a:pt x="186694" y="268781"/>
                  <a:pt x="193040" y="284480"/>
                </a:cubicBezTo>
                <a:cubicBezTo>
                  <a:pt x="251275" y="428535"/>
                  <a:pt x="269410" y="592075"/>
                  <a:pt x="355600" y="721360"/>
                </a:cubicBezTo>
                <a:lnTo>
                  <a:pt x="416560" y="81280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760057-92E2-FF5F-8F16-B96EE7818F75}"/>
              </a:ext>
            </a:extLst>
          </p:cNvPr>
          <p:cNvSpPr/>
          <p:nvPr/>
        </p:nvSpPr>
        <p:spPr>
          <a:xfrm>
            <a:off x="4500880" y="1127760"/>
            <a:ext cx="751840" cy="87162"/>
          </a:xfrm>
          <a:custGeom>
            <a:avLst/>
            <a:gdLst>
              <a:gd name="connsiteX0" fmla="*/ 0 w 751840"/>
              <a:gd name="connsiteY0" fmla="*/ 0 h 87162"/>
              <a:gd name="connsiteX1" fmla="*/ 50800 w 751840"/>
              <a:gd name="connsiteY1" fmla="*/ 40640 h 87162"/>
              <a:gd name="connsiteX2" fmla="*/ 751840 w 751840"/>
              <a:gd name="connsiteY2" fmla="*/ 71120 h 8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87162">
                <a:moveTo>
                  <a:pt x="0" y="0"/>
                </a:moveTo>
                <a:cubicBezTo>
                  <a:pt x="16933" y="13547"/>
                  <a:pt x="30933" y="31948"/>
                  <a:pt x="50800" y="40640"/>
                </a:cubicBezTo>
                <a:cubicBezTo>
                  <a:pt x="238602" y="122803"/>
                  <a:pt x="701128" y="71120"/>
                  <a:pt x="751840" y="711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780F47B-8FEA-9DE2-9906-5D7104D77557}"/>
              </a:ext>
            </a:extLst>
          </p:cNvPr>
          <p:cNvSpPr/>
          <p:nvPr/>
        </p:nvSpPr>
        <p:spPr>
          <a:xfrm>
            <a:off x="5994400" y="1991360"/>
            <a:ext cx="386080" cy="721360"/>
          </a:xfrm>
          <a:custGeom>
            <a:avLst/>
            <a:gdLst>
              <a:gd name="connsiteX0" fmla="*/ 0 w 386080"/>
              <a:gd name="connsiteY0" fmla="*/ 721360 h 721360"/>
              <a:gd name="connsiteX1" fmla="*/ 152400 w 386080"/>
              <a:gd name="connsiteY1" fmla="*/ 508000 h 721360"/>
              <a:gd name="connsiteX2" fmla="*/ 264160 w 386080"/>
              <a:gd name="connsiteY2" fmla="*/ 355600 h 721360"/>
              <a:gd name="connsiteX3" fmla="*/ 304800 w 386080"/>
              <a:gd name="connsiteY3" fmla="*/ 294640 h 721360"/>
              <a:gd name="connsiteX4" fmla="*/ 314960 w 386080"/>
              <a:gd name="connsiteY4" fmla="*/ 254000 h 721360"/>
              <a:gd name="connsiteX5" fmla="*/ 355600 w 386080"/>
              <a:gd name="connsiteY5" fmla="*/ 142240 h 721360"/>
              <a:gd name="connsiteX6" fmla="*/ 365760 w 386080"/>
              <a:gd name="connsiteY6" fmla="*/ 81280 h 721360"/>
              <a:gd name="connsiteX7" fmla="*/ 386080 w 386080"/>
              <a:gd name="connsiteY7" fmla="*/ 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080" h="721360">
                <a:moveTo>
                  <a:pt x="0" y="721360"/>
                </a:moveTo>
                <a:cubicBezTo>
                  <a:pt x="120026" y="601334"/>
                  <a:pt x="10767" y="720450"/>
                  <a:pt x="152400" y="508000"/>
                </a:cubicBezTo>
                <a:cubicBezTo>
                  <a:pt x="187344" y="455584"/>
                  <a:pt x="227545" y="406862"/>
                  <a:pt x="264160" y="355600"/>
                </a:cubicBezTo>
                <a:cubicBezTo>
                  <a:pt x="278355" y="335727"/>
                  <a:pt x="291253" y="314960"/>
                  <a:pt x="304800" y="294640"/>
                </a:cubicBezTo>
                <a:cubicBezTo>
                  <a:pt x="308187" y="281093"/>
                  <a:pt x="310948" y="267375"/>
                  <a:pt x="314960" y="254000"/>
                </a:cubicBezTo>
                <a:cubicBezTo>
                  <a:pt x="330612" y="201825"/>
                  <a:pt x="336210" y="190715"/>
                  <a:pt x="355600" y="142240"/>
                </a:cubicBezTo>
                <a:cubicBezTo>
                  <a:pt x="358987" y="121920"/>
                  <a:pt x="361444" y="101423"/>
                  <a:pt x="365760" y="81280"/>
                </a:cubicBezTo>
                <a:cubicBezTo>
                  <a:pt x="371612" y="53973"/>
                  <a:pt x="386080" y="0"/>
                  <a:pt x="38608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616A897-0A02-38AC-F69F-13A79FAA2803}"/>
              </a:ext>
            </a:extLst>
          </p:cNvPr>
          <p:cNvSpPr/>
          <p:nvPr/>
        </p:nvSpPr>
        <p:spPr>
          <a:xfrm>
            <a:off x="7721600" y="1198880"/>
            <a:ext cx="701040" cy="121920"/>
          </a:xfrm>
          <a:custGeom>
            <a:avLst/>
            <a:gdLst>
              <a:gd name="connsiteX0" fmla="*/ 0 w 701040"/>
              <a:gd name="connsiteY0" fmla="*/ 0 h 121920"/>
              <a:gd name="connsiteX1" fmla="*/ 497840 w 701040"/>
              <a:gd name="connsiteY1" fmla="*/ 40640 h 121920"/>
              <a:gd name="connsiteX2" fmla="*/ 528320 w 701040"/>
              <a:gd name="connsiteY2" fmla="*/ 60960 h 121920"/>
              <a:gd name="connsiteX3" fmla="*/ 589280 w 701040"/>
              <a:gd name="connsiteY3" fmla="*/ 81280 h 121920"/>
              <a:gd name="connsiteX4" fmla="*/ 650240 w 701040"/>
              <a:gd name="connsiteY4" fmla="*/ 111760 h 121920"/>
              <a:gd name="connsiteX5" fmla="*/ 701040 w 701040"/>
              <a:gd name="connsiteY5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" h="121920">
                <a:moveTo>
                  <a:pt x="0" y="0"/>
                </a:moveTo>
                <a:cubicBezTo>
                  <a:pt x="183352" y="110011"/>
                  <a:pt x="-4726" y="8561"/>
                  <a:pt x="497840" y="40640"/>
                </a:cubicBezTo>
                <a:cubicBezTo>
                  <a:pt x="510026" y="41418"/>
                  <a:pt x="517162" y="56001"/>
                  <a:pt x="528320" y="60960"/>
                </a:cubicBezTo>
                <a:cubicBezTo>
                  <a:pt x="547893" y="69659"/>
                  <a:pt x="569508" y="73042"/>
                  <a:pt x="589280" y="81280"/>
                </a:cubicBezTo>
                <a:cubicBezTo>
                  <a:pt x="610251" y="90018"/>
                  <a:pt x="628889" y="103996"/>
                  <a:pt x="650240" y="111760"/>
                </a:cubicBezTo>
                <a:cubicBezTo>
                  <a:pt x="666469" y="117661"/>
                  <a:pt x="701040" y="121920"/>
                  <a:pt x="701040" y="1219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4AF786B-3786-240C-9323-17171DF2BD0D}"/>
              </a:ext>
            </a:extLst>
          </p:cNvPr>
          <p:cNvSpPr/>
          <p:nvPr/>
        </p:nvSpPr>
        <p:spPr>
          <a:xfrm>
            <a:off x="7376160" y="1849120"/>
            <a:ext cx="619760" cy="1188720"/>
          </a:xfrm>
          <a:custGeom>
            <a:avLst/>
            <a:gdLst>
              <a:gd name="connsiteX0" fmla="*/ 0 w 619760"/>
              <a:gd name="connsiteY0" fmla="*/ 0 h 1188720"/>
              <a:gd name="connsiteX1" fmla="*/ 50800 w 619760"/>
              <a:gd name="connsiteY1" fmla="*/ 50800 h 1188720"/>
              <a:gd name="connsiteX2" fmla="*/ 467360 w 619760"/>
              <a:gd name="connsiteY2" fmla="*/ 883920 h 1188720"/>
              <a:gd name="connsiteX3" fmla="*/ 579120 w 619760"/>
              <a:gd name="connsiteY3" fmla="*/ 1107440 h 1188720"/>
              <a:gd name="connsiteX4" fmla="*/ 619760 w 61976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0" h="1188720">
                <a:moveTo>
                  <a:pt x="0" y="0"/>
                </a:moveTo>
                <a:cubicBezTo>
                  <a:pt x="16933" y="16933"/>
                  <a:pt x="39531" y="29670"/>
                  <a:pt x="50800" y="50800"/>
                </a:cubicBezTo>
                <a:cubicBezTo>
                  <a:pt x="446825" y="793347"/>
                  <a:pt x="30684" y="119737"/>
                  <a:pt x="467360" y="883920"/>
                </a:cubicBezTo>
                <a:cubicBezTo>
                  <a:pt x="629634" y="1167899"/>
                  <a:pt x="494156" y="913237"/>
                  <a:pt x="579120" y="1107440"/>
                </a:cubicBezTo>
                <a:cubicBezTo>
                  <a:pt x="591261" y="1135192"/>
                  <a:pt x="619760" y="1188720"/>
                  <a:pt x="619760" y="1188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FD30110-0E6E-AF5C-85B9-AD3AAD4DB32A}"/>
              </a:ext>
            </a:extLst>
          </p:cNvPr>
          <p:cNvSpPr/>
          <p:nvPr/>
        </p:nvSpPr>
        <p:spPr>
          <a:xfrm>
            <a:off x="8900160" y="2548907"/>
            <a:ext cx="1046480" cy="519413"/>
          </a:xfrm>
          <a:custGeom>
            <a:avLst/>
            <a:gdLst>
              <a:gd name="connsiteX0" fmla="*/ 0 w 1046480"/>
              <a:gd name="connsiteY0" fmla="*/ 519413 h 519413"/>
              <a:gd name="connsiteX1" fmla="*/ 172720 w 1046480"/>
              <a:gd name="connsiteY1" fmla="*/ 367013 h 519413"/>
              <a:gd name="connsiteX2" fmla="*/ 325120 w 1046480"/>
              <a:gd name="connsiteY2" fmla="*/ 234933 h 519413"/>
              <a:gd name="connsiteX3" fmla="*/ 802640 w 1046480"/>
              <a:gd name="connsiteY3" fmla="*/ 11413 h 519413"/>
              <a:gd name="connsiteX4" fmla="*/ 843280 w 1046480"/>
              <a:gd name="connsiteY4" fmla="*/ 1253 h 519413"/>
              <a:gd name="connsiteX5" fmla="*/ 1046480 w 1046480"/>
              <a:gd name="connsiteY5" fmla="*/ 1253 h 51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480" h="519413">
                <a:moveTo>
                  <a:pt x="0" y="519413"/>
                </a:moveTo>
                <a:cubicBezTo>
                  <a:pt x="115171" y="473345"/>
                  <a:pt x="9716" y="523980"/>
                  <a:pt x="172720" y="367013"/>
                </a:cubicBezTo>
                <a:cubicBezTo>
                  <a:pt x="221142" y="320384"/>
                  <a:pt x="266580" y="267980"/>
                  <a:pt x="325120" y="234933"/>
                </a:cubicBezTo>
                <a:cubicBezTo>
                  <a:pt x="478166" y="148536"/>
                  <a:pt x="632139" y="54038"/>
                  <a:pt x="802640" y="11413"/>
                </a:cubicBezTo>
                <a:cubicBezTo>
                  <a:pt x="816187" y="8026"/>
                  <a:pt x="829329" y="1834"/>
                  <a:pt x="843280" y="1253"/>
                </a:cubicBezTo>
                <a:cubicBezTo>
                  <a:pt x="910955" y="-1567"/>
                  <a:pt x="978747" y="1253"/>
                  <a:pt x="1046480" y="125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D3801E-7811-5171-C9C6-DDBADD9F65D4}"/>
              </a:ext>
            </a:extLst>
          </p:cNvPr>
          <p:cNvSpPr/>
          <p:nvPr/>
        </p:nvSpPr>
        <p:spPr>
          <a:xfrm>
            <a:off x="10251440" y="1016000"/>
            <a:ext cx="975360" cy="944880"/>
          </a:xfrm>
          <a:custGeom>
            <a:avLst/>
            <a:gdLst>
              <a:gd name="connsiteX0" fmla="*/ 0 w 975360"/>
              <a:gd name="connsiteY0" fmla="*/ 0 h 944880"/>
              <a:gd name="connsiteX1" fmla="*/ 375920 w 975360"/>
              <a:gd name="connsiteY1" fmla="*/ 172720 h 944880"/>
              <a:gd name="connsiteX2" fmla="*/ 670560 w 975360"/>
              <a:gd name="connsiteY2" fmla="*/ 335280 h 944880"/>
              <a:gd name="connsiteX3" fmla="*/ 751840 w 975360"/>
              <a:gd name="connsiteY3" fmla="*/ 497840 h 944880"/>
              <a:gd name="connsiteX4" fmla="*/ 863600 w 975360"/>
              <a:gd name="connsiteY4" fmla="*/ 680720 h 944880"/>
              <a:gd name="connsiteX5" fmla="*/ 894080 w 975360"/>
              <a:gd name="connsiteY5" fmla="*/ 741680 h 944880"/>
              <a:gd name="connsiteX6" fmla="*/ 975360 w 975360"/>
              <a:gd name="connsiteY6" fmla="*/ 9448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5360" h="944880">
                <a:moveTo>
                  <a:pt x="0" y="0"/>
                </a:moveTo>
                <a:cubicBezTo>
                  <a:pt x="117703" y="147129"/>
                  <a:pt x="5045" y="24370"/>
                  <a:pt x="375920" y="172720"/>
                </a:cubicBezTo>
                <a:cubicBezTo>
                  <a:pt x="535416" y="236518"/>
                  <a:pt x="539772" y="248088"/>
                  <a:pt x="670560" y="335280"/>
                </a:cubicBezTo>
                <a:cubicBezTo>
                  <a:pt x="697653" y="389467"/>
                  <a:pt x="718235" y="447432"/>
                  <a:pt x="751840" y="497840"/>
                </a:cubicBezTo>
                <a:cubicBezTo>
                  <a:pt x="806206" y="579389"/>
                  <a:pt x="804010" y="573459"/>
                  <a:pt x="863600" y="680720"/>
                </a:cubicBezTo>
                <a:cubicBezTo>
                  <a:pt x="874633" y="700579"/>
                  <a:pt x="885801" y="720524"/>
                  <a:pt x="894080" y="741680"/>
                </a:cubicBezTo>
                <a:cubicBezTo>
                  <a:pt x="976216" y="951582"/>
                  <a:pt x="917751" y="858467"/>
                  <a:pt x="975360" y="944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57B220D-4519-7A18-5F1B-37298A9A3B1F}"/>
              </a:ext>
            </a:extLst>
          </p:cNvPr>
          <p:cNvSpPr/>
          <p:nvPr/>
        </p:nvSpPr>
        <p:spPr>
          <a:xfrm>
            <a:off x="2763520" y="4155440"/>
            <a:ext cx="1117600" cy="182880"/>
          </a:xfrm>
          <a:custGeom>
            <a:avLst/>
            <a:gdLst>
              <a:gd name="connsiteX0" fmla="*/ 0 w 1117600"/>
              <a:gd name="connsiteY0" fmla="*/ 0 h 182880"/>
              <a:gd name="connsiteX1" fmla="*/ 264160 w 1117600"/>
              <a:gd name="connsiteY1" fmla="*/ 71120 h 182880"/>
              <a:gd name="connsiteX2" fmla="*/ 406400 w 1117600"/>
              <a:gd name="connsiteY2" fmla="*/ 91440 h 182880"/>
              <a:gd name="connsiteX3" fmla="*/ 995680 w 1117600"/>
              <a:gd name="connsiteY3" fmla="*/ 152400 h 182880"/>
              <a:gd name="connsiteX4" fmla="*/ 1087120 w 1117600"/>
              <a:gd name="connsiteY4" fmla="*/ 172720 h 182880"/>
              <a:gd name="connsiteX5" fmla="*/ 1117600 w 1117600"/>
              <a:gd name="connsiteY5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7600" h="182880">
                <a:moveTo>
                  <a:pt x="0" y="0"/>
                </a:moveTo>
                <a:cubicBezTo>
                  <a:pt x="88053" y="23707"/>
                  <a:pt x="175195" y="51103"/>
                  <a:pt x="264160" y="71120"/>
                </a:cubicBezTo>
                <a:cubicBezTo>
                  <a:pt x="310887" y="81633"/>
                  <a:pt x="359079" y="84046"/>
                  <a:pt x="406400" y="91440"/>
                </a:cubicBezTo>
                <a:cubicBezTo>
                  <a:pt x="763904" y="147300"/>
                  <a:pt x="438352" y="110600"/>
                  <a:pt x="995680" y="152400"/>
                </a:cubicBezTo>
                <a:cubicBezTo>
                  <a:pt x="1030598" y="159384"/>
                  <a:pt x="1053641" y="163154"/>
                  <a:pt x="1087120" y="172720"/>
                </a:cubicBezTo>
                <a:cubicBezTo>
                  <a:pt x="1097418" y="175662"/>
                  <a:pt x="1107440" y="179493"/>
                  <a:pt x="1117600" y="182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6E1C93-E80D-A398-81F1-6852C730561F}"/>
              </a:ext>
            </a:extLst>
          </p:cNvPr>
          <p:cNvSpPr/>
          <p:nvPr/>
        </p:nvSpPr>
        <p:spPr>
          <a:xfrm>
            <a:off x="1621924" y="4998720"/>
            <a:ext cx="796156" cy="894208"/>
          </a:xfrm>
          <a:custGeom>
            <a:avLst/>
            <a:gdLst>
              <a:gd name="connsiteX0" fmla="*/ 54476 w 796156"/>
              <a:gd name="connsiteY0" fmla="*/ 0 h 894208"/>
              <a:gd name="connsiteX1" fmla="*/ 3676 w 796156"/>
              <a:gd name="connsiteY1" fmla="*/ 30480 h 894208"/>
              <a:gd name="connsiteX2" fmla="*/ 105276 w 796156"/>
              <a:gd name="connsiteY2" fmla="*/ 406400 h 894208"/>
              <a:gd name="connsiteX3" fmla="*/ 227196 w 796156"/>
              <a:gd name="connsiteY3" fmla="*/ 528320 h 894208"/>
              <a:gd name="connsiteX4" fmla="*/ 511676 w 796156"/>
              <a:gd name="connsiteY4" fmla="*/ 751840 h 894208"/>
              <a:gd name="connsiteX5" fmla="*/ 633596 w 796156"/>
              <a:gd name="connsiteY5" fmla="*/ 812800 h 894208"/>
              <a:gd name="connsiteX6" fmla="*/ 694556 w 796156"/>
              <a:gd name="connsiteY6" fmla="*/ 863600 h 894208"/>
              <a:gd name="connsiteX7" fmla="*/ 735196 w 796156"/>
              <a:gd name="connsiteY7" fmla="*/ 873760 h 894208"/>
              <a:gd name="connsiteX8" fmla="*/ 796156 w 796156"/>
              <a:gd name="connsiteY8" fmla="*/ 894080 h 89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156" h="894208">
                <a:moveTo>
                  <a:pt x="54476" y="0"/>
                </a:moveTo>
                <a:cubicBezTo>
                  <a:pt x="37543" y="10160"/>
                  <a:pt x="6125" y="10885"/>
                  <a:pt x="3676" y="30480"/>
                </a:cubicBezTo>
                <a:cubicBezTo>
                  <a:pt x="-13033" y="164152"/>
                  <a:pt x="28318" y="298658"/>
                  <a:pt x="105276" y="406400"/>
                </a:cubicBezTo>
                <a:cubicBezTo>
                  <a:pt x="138682" y="453168"/>
                  <a:pt x="185528" y="488735"/>
                  <a:pt x="227196" y="528320"/>
                </a:cubicBezTo>
                <a:cubicBezTo>
                  <a:pt x="293223" y="591046"/>
                  <a:pt x="465399" y="728702"/>
                  <a:pt x="511676" y="751840"/>
                </a:cubicBezTo>
                <a:cubicBezTo>
                  <a:pt x="552316" y="772160"/>
                  <a:pt x="594826" y="789107"/>
                  <a:pt x="633596" y="812800"/>
                </a:cubicBezTo>
                <a:cubicBezTo>
                  <a:pt x="656166" y="826593"/>
                  <a:pt x="671875" y="849991"/>
                  <a:pt x="694556" y="863600"/>
                </a:cubicBezTo>
                <a:cubicBezTo>
                  <a:pt x="706530" y="870784"/>
                  <a:pt x="722121" y="868857"/>
                  <a:pt x="735196" y="873760"/>
                </a:cubicBezTo>
                <a:cubicBezTo>
                  <a:pt x="797460" y="897109"/>
                  <a:pt x="753729" y="894080"/>
                  <a:pt x="796156" y="8940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2810203-608D-80BF-4906-F5936F2282F7}"/>
              </a:ext>
            </a:extLst>
          </p:cNvPr>
          <p:cNvSpPr/>
          <p:nvPr/>
        </p:nvSpPr>
        <p:spPr>
          <a:xfrm>
            <a:off x="4450080" y="5699716"/>
            <a:ext cx="2367280" cy="52032"/>
          </a:xfrm>
          <a:custGeom>
            <a:avLst/>
            <a:gdLst>
              <a:gd name="connsiteX0" fmla="*/ 0 w 2367280"/>
              <a:gd name="connsiteY0" fmla="*/ 10204 h 52032"/>
              <a:gd name="connsiteX1" fmla="*/ 193040 w 2367280"/>
              <a:gd name="connsiteY1" fmla="*/ 30524 h 52032"/>
              <a:gd name="connsiteX2" fmla="*/ 650240 w 2367280"/>
              <a:gd name="connsiteY2" fmla="*/ 40684 h 52032"/>
              <a:gd name="connsiteX3" fmla="*/ 2367280 w 2367280"/>
              <a:gd name="connsiteY3" fmla="*/ 50844 h 5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7280" h="52032">
                <a:moveTo>
                  <a:pt x="0" y="10204"/>
                </a:moveTo>
                <a:cubicBezTo>
                  <a:pt x="129347" y="-15665"/>
                  <a:pt x="-53130" y="13835"/>
                  <a:pt x="193040" y="30524"/>
                </a:cubicBezTo>
                <a:cubicBezTo>
                  <a:pt x="345128" y="40835"/>
                  <a:pt x="497831" y="37753"/>
                  <a:pt x="650240" y="40684"/>
                </a:cubicBezTo>
                <a:cubicBezTo>
                  <a:pt x="1506847" y="57157"/>
                  <a:pt x="1264797" y="50844"/>
                  <a:pt x="2367280" y="50844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45D7F5E-D8C0-1E8B-3207-F964BCE0E130}"/>
              </a:ext>
            </a:extLst>
          </p:cNvPr>
          <p:cNvSpPr/>
          <p:nvPr/>
        </p:nvSpPr>
        <p:spPr>
          <a:xfrm>
            <a:off x="8676640" y="5913120"/>
            <a:ext cx="1544320" cy="95127"/>
          </a:xfrm>
          <a:custGeom>
            <a:avLst/>
            <a:gdLst>
              <a:gd name="connsiteX0" fmla="*/ 0 w 1544320"/>
              <a:gd name="connsiteY0" fmla="*/ 0 h 95127"/>
              <a:gd name="connsiteX1" fmla="*/ 71120 w 1544320"/>
              <a:gd name="connsiteY1" fmla="*/ 20320 h 95127"/>
              <a:gd name="connsiteX2" fmla="*/ 1544320 w 1544320"/>
              <a:gd name="connsiteY2" fmla="*/ 60960 h 9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320" h="95127">
                <a:moveTo>
                  <a:pt x="0" y="0"/>
                </a:moveTo>
                <a:cubicBezTo>
                  <a:pt x="23707" y="6773"/>
                  <a:pt x="47201" y="14340"/>
                  <a:pt x="71120" y="20320"/>
                </a:cubicBezTo>
                <a:cubicBezTo>
                  <a:pt x="630828" y="160247"/>
                  <a:pt x="441085" y="60960"/>
                  <a:pt x="1544320" y="6096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68B6621-5775-7146-CFCF-5A972F9C15B3}"/>
              </a:ext>
            </a:extLst>
          </p:cNvPr>
          <p:cNvSpPr/>
          <p:nvPr/>
        </p:nvSpPr>
        <p:spPr>
          <a:xfrm>
            <a:off x="9307991" y="3749563"/>
            <a:ext cx="975360" cy="1321004"/>
          </a:xfrm>
          <a:custGeom>
            <a:avLst/>
            <a:gdLst>
              <a:gd name="connsiteX0" fmla="*/ 0 w 975360"/>
              <a:gd name="connsiteY0" fmla="*/ 0 h 1321004"/>
              <a:gd name="connsiteX1" fmla="*/ 355600 w 975360"/>
              <a:gd name="connsiteY1" fmla="*/ 213360 h 1321004"/>
              <a:gd name="connsiteX2" fmla="*/ 568960 w 975360"/>
              <a:gd name="connsiteY2" fmla="*/ 467360 h 1321004"/>
              <a:gd name="connsiteX3" fmla="*/ 650240 w 975360"/>
              <a:gd name="connsiteY3" fmla="*/ 589280 h 1321004"/>
              <a:gd name="connsiteX4" fmla="*/ 711200 w 975360"/>
              <a:gd name="connsiteY4" fmla="*/ 721360 h 1321004"/>
              <a:gd name="connsiteX5" fmla="*/ 822960 w 975360"/>
              <a:gd name="connsiteY5" fmla="*/ 924560 h 1321004"/>
              <a:gd name="connsiteX6" fmla="*/ 894080 w 975360"/>
              <a:gd name="connsiteY6" fmla="*/ 1148080 h 1321004"/>
              <a:gd name="connsiteX7" fmla="*/ 934720 w 975360"/>
              <a:gd name="connsiteY7" fmla="*/ 1270000 h 1321004"/>
              <a:gd name="connsiteX8" fmla="*/ 975360 w 975360"/>
              <a:gd name="connsiteY8" fmla="*/ 1320800 h 132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360" h="1321004">
                <a:moveTo>
                  <a:pt x="0" y="0"/>
                </a:moveTo>
                <a:cubicBezTo>
                  <a:pt x="184567" y="23071"/>
                  <a:pt x="99468" y="-1076"/>
                  <a:pt x="355600" y="213360"/>
                </a:cubicBezTo>
                <a:cubicBezTo>
                  <a:pt x="549542" y="375730"/>
                  <a:pt x="477884" y="320237"/>
                  <a:pt x="568960" y="467360"/>
                </a:cubicBezTo>
                <a:cubicBezTo>
                  <a:pt x="594669" y="508890"/>
                  <a:pt x="626375" y="546664"/>
                  <a:pt x="650240" y="589280"/>
                </a:cubicBezTo>
                <a:cubicBezTo>
                  <a:pt x="673932" y="631588"/>
                  <a:pt x="688994" y="678254"/>
                  <a:pt x="711200" y="721360"/>
                </a:cubicBezTo>
                <a:cubicBezTo>
                  <a:pt x="746601" y="790080"/>
                  <a:pt x="789290" y="854976"/>
                  <a:pt x="822960" y="924560"/>
                </a:cubicBezTo>
                <a:cubicBezTo>
                  <a:pt x="859742" y="1000577"/>
                  <a:pt x="869782" y="1068245"/>
                  <a:pt x="894080" y="1148080"/>
                </a:cubicBezTo>
                <a:cubicBezTo>
                  <a:pt x="906553" y="1189062"/>
                  <a:pt x="920463" y="1229604"/>
                  <a:pt x="934720" y="1270000"/>
                </a:cubicBezTo>
                <a:cubicBezTo>
                  <a:pt x="954869" y="1327089"/>
                  <a:pt x="937800" y="1320800"/>
                  <a:pt x="975360" y="132080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0FF8969-C1C1-7503-1D61-C5E2300DF0D0}"/>
              </a:ext>
            </a:extLst>
          </p:cNvPr>
          <p:cNvSpPr/>
          <p:nvPr/>
        </p:nvSpPr>
        <p:spPr>
          <a:xfrm>
            <a:off x="5902960" y="3383280"/>
            <a:ext cx="1351280" cy="173894"/>
          </a:xfrm>
          <a:custGeom>
            <a:avLst/>
            <a:gdLst>
              <a:gd name="connsiteX0" fmla="*/ 0 w 1351280"/>
              <a:gd name="connsiteY0" fmla="*/ 0 h 173894"/>
              <a:gd name="connsiteX1" fmla="*/ 60960 w 1351280"/>
              <a:gd name="connsiteY1" fmla="*/ 40640 h 173894"/>
              <a:gd name="connsiteX2" fmla="*/ 426720 w 1351280"/>
              <a:gd name="connsiteY2" fmla="*/ 162560 h 173894"/>
              <a:gd name="connsiteX3" fmla="*/ 629920 w 1351280"/>
              <a:gd name="connsiteY3" fmla="*/ 172720 h 173894"/>
              <a:gd name="connsiteX4" fmla="*/ 1351280 w 1351280"/>
              <a:gd name="connsiteY4" fmla="*/ 172720 h 1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1280" h="173894">
                <a:moveTo>
                  <a:pt x="0" y="0"/>
                </a:moveTo>
                <a:cubicBezTo>
                  <a:pt x="20320" y="13547"/>
                  <a:pt x="39117" y="29718"/>
                  <a:pt x="60960" y="40640"/>
                </a:cubicBezTo>
                <a:cubicBezTo>
                  <a:pt x="199542" y="109931"/>
                  <a:pt x="273605" y="142413"/>
                  <a:pt x="426720" y="162560"/>
                </a:cubicBezTo>
                <a:cubicBezTo>
                  <a:pt x="493958" y="171407"/>
                  <a:pt x="562106" y="171975"/>
                  <a:pt x="629920" y="172720"/>
                </a:cubicBezTo>
                <a:cubicBezTo>
                  <a:pt x="870359" y="175362"/>
                  <a:pt x="1110827" y="172720"/>
                  <a:pt x="1351280" y="172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E88EEA-E620-904E-CD95-5396DD3AD9F7}"/>
              </a:ext>
            </a:extLst>
          </p:cNvPr>
          <p:cNvSpPr/>
          <p:nvPr/>
        </p:nvSpPr>
        <p:spPr>
          <a:xfrm>
            <a:off x="6045200" y="4175760"/>
            <a:ext cx="1026178" cy="356998"/>
          </a:xfrm>
          <a:custGeom>
            <a:avLst/>
            <a:gdLst>
              <a:gd name="connsiteX0" fmla="*/ 0 w 1026178"/>
              <a:gd name="connsiteY0" fmla="*/ 355600 h 356998"/>
              <a:gd name="connsiteX1" fmla="*/ 335280 w 1026178"/>
              <a:gd name="connsiteY1" fmla="*/ 345440 h 356998"/>
              <a:gd name="connsiteX2" fmla="*/ 599440 w 1026178"/>
              <a:gd name="connsiteY2" fmla="*/ 243840 h 356998"/>
              <a:gd name="connsiteX3" fmla="*/ 690880 w 1026178"/>
              <a:gd name="connsiteY3" fmla="*/ 172720 h 356998"/>
              <a:gd name="connsiteX4" fmla="*/ 883920 w 1026178"/>
              <a:gd name="connsiteY4" fmla="*/ 81280 h 356998"/>
              <a:gd name="connsiteX5" fmla="*/ 955040 w 1026178"/>
              <a:gd name="connsiteY5" fmla="*/ 40640 h 356998"/>
              <a:gd name="connsiteX6" fmla="*/ 1026160 w 1026178"/>
              <a:gd name="connsiteY6" fmla="*/ 0 h 35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6178" h="356998">
                <a:moveTo>
                  <a:pt x="0" y="355600"/>
                </a:moveTo>
                <a:cubicBezTo>
                  <a:pt x="111760" y="352213"/>
                  <a:pt x="225363" y="365933"/>
                  <a:pt x="335280" y="345440"/>
                </a:cubicBezTo>
                <a:cubicBezTo>
                  <a:pt x="428023" y="328149"/>
                  <a:pt x="599440" y="243840"/>
                  <a:pt x="599440" y="243840"/>
                </a:cubicBezTo>
                <a:cubicBezTo>
                  <a:pt x="629920" y="220133"/>
                  <a:pt x="657354" y="191878"/>
                  <a:pt x="690880" y="172720"/>
                </a:cubicBezTo>
                <a:cubicBezTo>
                  <a:pt x="752699" y="137395"/>
                  <a:pt x="820236" y="113122"/>
                  <a:pt x="883920" y="81280"/>
                </a:cubicBezTo>
                <a:cubicBezTo>
                  <a:pt x="908342" y="69069"/>
                  <a:pt x="930618" y="52851"/>
                  <a:pt x="955040" y="40640"/>
                </a:cubicBezTo>
                <a:cubicBezTo>
                  <a:pt x="1029273" y="3524"/>
                  <a:pt x="1026160" y="36648"/>
                  <a:pt x="102616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81486-132D-F697-A6BA-AD169454F3A4}"/>
              </a:ext>
            </a:extLst>
          </p:cNvPr>
          <p:cNvSpPr txBox="1"/>
          <p:nvPr/>
        </p:nvSpPr>
        <p:spPr>
          <a:xfrm>
            <a:off x="2581883" y="23145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BAB0B-6676-F331-68F3-04DE1CEBA7CC}"/>
              </a:ext>
            </a:extLst>
          </p:cNvPr>
          <p:cNvSpPr txBox="1"/>
          <p:nvPr/>
        </p:nvSpPr>
        <p:spPr>
          <a:xfrm>
            <a:off x="4718622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A4E8A2-A24B-615A-DE62-F5C5659B4A4C}"/>
              </a:ext>
            </a:extLst>
          </p:cNvPr>
          <p:cNvSpPr txBox="1"/>
          <p:nvPr/>
        </p:nvSpPr>
        <p:spPr>
          <a:xfrm>
            <a:off x="3018378" y="375874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73BB84-77D4-2ED1-B2F8-EE072D7D1D84}"/>
              </a:ext>
            </a:extLst>
          </p:cNvPr>
          <p:cNvSpPr txBox="1"/>
          <p:nvPr/>
        </p:nvSpPr>
        <p:spPr>
          <a:xfrm>
            <a:off x="6600564" y="44473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A852A5-C6EC-2F29-FF33-307D5141BD85}"/>
              </a:ext>
            </a:extLst>
          </p:cNvPr>
          <p:cNvSpPr txBox="1"/>
          <p:nvPr/>
        </p:nvSpPr>
        <p:spPr>
          <a:xfrm>
            <a:off x="6426200" y="317665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9F5A48-7C84-B71F-32F2-107A8F3CBEC1}"/>
              </a:ext>
            </a:extLst>
          </p:cNvPr>
          <p:cNvSpPr txBox="1"/>
          <p:nvPr/>
        </p:nvSpPr>
        <p:spPr>
          <a:xfrm>
            <a:off x="1975854" y="518001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1C2797-8A45-0B5A-BF3C-B13AEF0A9636}"/>
              </a:ext>
            </a:extLst>
          </p:cNvPr>
          <p:cNvSpPr txBox="1"/>
          <p:nvPr/>
        </p:nvSpPr>
        <p:spPr>
          <a:xfrm>
            <a:off x="5796280" y="2025127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FEF12-2DF9-197B-DA76-C123AFBB6510}"/>
              </a:ext>
            </a:extLst>
          </p:cNvPr>
          <p:cNvSpPr txBox="1"/>
          <p:nvPr/>
        </p:nvSpPr>
        <p:spPr>
          <a:xfrm>
            <a:off x="10530144" y="1456725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94FA32-7658-C928-6432-B1CD4DFFD5ED}"/>
              </a:ext>
            </a:extLst>
          </p:cNvPr>
          <p:cNvSpPr txBox="1"/>
          <p:nvPr/>
        </p:nvSpPr>
        <p:spPr>
          <a:xfrm>
            <a:off x="4371036" y="20805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ADBCB-FF96-88F8-B824-47977FE31C76}"/>
              </a:ext>
            </a:extLst>
          </p:cNvPr>
          <p:cNvSpPr txBox="1"/>
          <p:nvPr/>
        </p:nvSpPr>
        <p:spPr>
          <a:xfrm>
            <a:off x="9032240" y="55670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4A2793-229D-732B-FACA-CB113FC7B47B}"/>
              </a:ext>
            </a:extLst>
          </p:cNvPr>
          <p:cNvSpPr txBox="1"/>
          <p:nvPr/>
        </p:nvSpPr>
        <p:spPr>
          <a:xfrm>
            <a:off x="9404511" y="41629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16C25-92CF-431F-03C6-717F5265507A}"/>
              </a:ext>
            </a:extLst>
          </p:cNvPr>
          <p:cNvSpPr txBox="1"/>
          <p:nvPr/>
        </p:nvSpPr>
        <p:spPr>
          <a:xfrm>
            <a:off x="5368414" y="534456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8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047077-DA78-22E0-BCE9-370EDE0AC93D}"/>
              </a:ext>
            </a:extLst>
          </p:cNvPr>
          <p:cNvSpPr txBox="1"/>
          <p:nvPr/>
        </p:nvSpPr>
        <p:spPr>
          <a:xfrm>
            <a:off x="9343975" y="27129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9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2779DD-56E7-9410-110D-D90BBF3D9128}"/>
              </a:ext>
            </a:extLst>
          </p:cNvPr>
          <p:cNvSpPr txBox="1"/>
          <p:nvPr/>
        </p:nvSpPr>
        <p:spPr>
          <a:xfrm>
            <a:off x="7930714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10A449-143B-DFF7-079D-755F14311087}"/>
              </a:ext>
            </a:extLst>
          </p:cNvPr>
          <p:cNvSpPr txBox="1"/>
          <p:nvPr/>
        </p:nvSpPr>
        <p:spPr>
          <a:xfrm>
            <a:off x="7787403" y="21254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2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D91303-B42C-7158-6665-14AA21F5A2FB}"/>
              </a:ext>
            </a:extLst>
          </p:cNvPr>
          <p:cNvSpPr>
            <a:spLocks/>
          </p:cNvSpPr>
          <p:nvPr/>
        </p:nvSpPr>
        <p:spPr>
          <a:xfrm>
            <a:off x="-8506415" y="0"/>
            <a:ext cx="81312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5D26D1-8F9C-79AB-004D-AD2F937DA264}"/>
              </a:ext>
            </a:extLst>
          </p:cNvPr>
          <p:cNvGrpSpPr/>
          <p:nvPr/>
        </p:nvGrpSpPr>
        <p:grpSpPr>
          <a:xfrm>
            <a:off x="4548456" y="3616866"/>
            <a:ext cx="1257772" cy="1607507"/>
            <a:chOff x="997052" y="1454559"/>
            <a:chExt cx="3295650" cy="5005780"/>
          </a:xfrm>
        </p:grpSpPr>
        <p:pic>
          <p:nvPicPr>
            <p:cNvPr id="10" name="Graphic 9" descr="Woman cycling">
              <a:extLst>
                <a:ext uri="{FF2B5EF4-FFF2-40B4-BE49-F238E27FC236}">
                  <a16:creationId xmlns:a16="http://schemas.microsoft.com/office/drawing/2014/main" id="{B4839691-F31F-4CDE-7694-85AE3385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11" name="Graphic 10" descr="A child with wavy hair">
              <a:extLst>
                <a:ext uri="{FF2B5EF4-FFF2-40B4-BE49-F238E27FC236}">
                  <a16:creationId xmlns:a16="http://schemas.microsoft.com/office/drawing/2014/main" id="{28272C7B-E19A-2A65-9805-970536D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14" name="Graphic 13" descr="Home front yard">
            <a:extLst>
              <a:ext uri="{FF2B5EF4-FFF2-40B4-BE49-F238E27FC236}">
                <a16:creationId xmlns:a16="http://schemas.microsoft.com/office/drawing/2014/main" id="{17CA24FB-B9CE-1D40-E62A-AE6FF4338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9408" y="790630"/>
            <a:ext cx="1745952" cy="982098"/>
          </a:xfrm>
          <a:prstGeom prst="rect">
            <a:avLst/>
          </a:prstGeom>
        </p:spPr>
      </p:pic>
      <p:pic>
        <p:nvPicPr>
          <p:cNvPr id="16" name="Graphic 15" descr="Park with bench and trees">
            <a:extLst>
              <a:ext uri="{FF2B5EF4-FFF2-40B4-BE49-F238E27FC236}">
                <a16:creationId xmlns:a16="http://schemas.microsoft.com/office/drawing/2014/main" id="{929C6448-ED29-9582-3B6C-76ECB71EB7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323" y="2445802"/>
            <a:ext cx="1909483" cy="1074084"/>
          </a:xfrm>
          <a:prstGeom prst="rect">
            <a:avLst/>
          </a:prstGeom>
        </p:spPr>
      </p:pic>
      <p:pic>
        <p:nvPicPr>
          <p:cNvPr id="20" name="Graphic 19" descr="Houses with sidewalk">
            <a:extLst>
              <a:ext uri="{FF2B5EF4-FFF2-40B4-BE49-F238E27FC236}">
                <a16:creationId xmlns:a16="http://schemas.microsoft.com/office/drawing/2014/main" id="{C347DAD0-2AE1-8767-BD13-F3BBE9704A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87761" y="460622"/>
            <a:ext cx="2185685" cy="1229448"/>
          </a:xfrm>
          <a:prstGeom prst="rect">
            <a:avLst/>
          </a:prstGeom>
        </p:spPr>
      </p:pic>
      <p:pic>
        <p:nvPicPr>
          <p:cNvPr id="22" name="Graphic 21" descr="Zen garden with temple">
            <a:extLst>
              <a:ext uri="{FF2B5EF4-FFF2-40B4-BE49-F238E27FC236}">
                <a16:creationId xmlns:a16="http://schemas.microsoft.com/office/drawing/2014/main" id="{BE789E01-1760-6A80-6BC1-95C83AB17C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9110" y="5085273"/>
            <a:ext cx="2075889" cy="1167687"/>
          </a:xfrm>
          <a:prstGeom prst="rect">
            <a:avLst/>
          </a:prstGeom>
        </p:spPr>
      </p:pic>
      <p:pic>
        <p:nvPicPr>
          <p:cNvPr id="23" name="Graphic 22" descr="Home front yard">
            <a:extLst>
              <a:ext uri="{FF2B5EF4-FFF2-40B4-BE49-F238E27FC236}">
                <a16:creationId xmlns:a16="http://schemas.microsoft.com/office/drawing/2014/main" id="{C5372E65-199D-A957-35A7-2A589EA8B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4027" y="5408347"/>
            <a:ext cx="1745952" cy="982098"/>
          </a:xfrm>
          <a:prstGeom prst="rect">
            <a:avLst/>
          </a:prstGeom>
        </p:spPr>
      </p:pic>
      <p:pic>
        <p:nvPicPr>
          <p:cNvPr id="24" name="Graphic 23" descr="Home front yard">
            <a:extLst>
              <a:ext uri="{FF2B5EF4-FFF2-40B4-BE49-F238E27FC236}">
                <a16:creationId xmlns:a16="http://schemas.microsoft.com/office/drawing/2014/main" id="{F861DE57-F791-B701-93A4-CB3F691A51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5380" y="3163482"/>
            <a:ext cx="1745952" cy="982098"/>
          </a:xfrm>
          <a:prstGeom prst="rect">
            <a:avLst/>
          </a:prstGeom>
        </p:spPr>
      </p:pic>
      <p:pic>
        <p:nvPicPr>
          <p:cNvPr id="25" name="Graphic 24" descr="Home front yard">
            <a:extLst>
              <a:ext uri="{FF2B5EF4-FFF2-40B4-BE49-F238E27FC236}">
                <a16:creationId xmlns:a16="http://schemas.microsoft.com/office/drawing/2014/main" id="{AE31DA23-5E4B-47F5-646B-AA7A09807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295" y="2244404"/>
            <a:ext cx="1745952" cy="982098"/>
          </a:xfrm>
          <a:prstGeom prst="rect">
            <a:avLst/>
          </a:prstGeom>
        </p:spPr>
      </p:pic>
      <p:pic>
        <p:nvPicPr>
          <p:cNvPr id="26" name="Graphic 25" descr="Boy wearing backpack">
            <a:extLst>
              <a:ext uri="{FF2B5EF4-FFF2-40B4-BE49-F238E27FC236}">
                <a16:creationId xmlns:a16="http://schemas.microsoft.com/office/drawing/2014/main" id="{8221C455-6565-9E65-9931-1D4ABB29C6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1190" y="4337140"/>
            <a:ext cx="867659" cy="2154784"/>
          </a:xfrm>
          <a:prstGeom prst="rect">
            <a:avLst/>
          </a:prstGeom>
        </p:spPr>
      </p:pic>
      <p:pic>
        <p:nvPicPr>
          <p:cNvPr id="27" name="Graphic 26" descr="Home front yard">
            <a:extLst>
              <a:ext uri="{FF2B5EF4-FFF2-40B4-BE49-F238E27FC236}">
                <a16:creationId xmlns:a16="http://schemas.microsoft.com/office/drawing/2014/main" id="{AF017B9B-D9E9-DAA5-1E0F-22FF54866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9979" y="474627"/>
            <a:ext cx="1745952" cy="982098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CA4BE82-D692-C8A5-A7D6-40A820149E05}"/>
              </a:ext>
            </a:extLst>
          </p:cNvPr>
          <p:cNvSpPr/>
          <p:nvPr/>
        </p:nvSpPr>
        <p:spPr>
          <a:xfrm>
            <a:off x="2225040" y="2011680"/>
            <a:ext cx="782320" cy="650240"/>
          </a:xfrm>
          <a:custGeom>
            <a:avLst/>
            <a:gdLst>
              <a:gd name="connsiteX0" fmla="*/ 0 w 782320"/>
              <a:gd name="connsiteY0" fmla="*/ 650240 h 650240"/>
              <a:gd name="connsiteX1" fmla="*/ 213360 w 782320"/>
              <a:gd name="connsiteY1" fmla="*/ 436880 h 650240"/>
              <a:gd name="connsiteX2" fmla="*/ 406400 w 782320"/>
              <a:gd name="connsiteY2" fmla="*/ 233680 h 650240"/>
              <a:gd name="connsiteX3" fmla="*/ 467360 w 782320"/>
              <a:gd name="connsiteY3" fmla="*/ 182880 h 650240"/>
              <a:gd name="connsiteX4" fmla="*/ 497840 w 782320"/>
              <a:gd name="connsiteY4" fmla="*/ 152400 h 650240"/>
              <a:gd name="connsiteX5" fmla="*/ 599440 w 782320"/>
              <a:gd name="connsiteY5" fmla="*/ 91440 h 650240"/>
              <a:gd name="connsiteX6" fmla="*/ 680720 w 782320"/>
              <a:gd name="connsiteY6" fmla="*/ 40640 h 650240"/>
              <a:gd name="connsiteX7" fmla="*/ 782320 w 782320"/>
              <a:gd name="connsiteY7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320" h="650240">
                <a:moveTo>
                  <a:pt x="0" y="650240"/>
                </a:moveTo>
                <a:cubicBezTo>
                  <a:pt x="102196" y="522495"/>
                  <a:pt x="-19507" y="669747"/>
                  <a:pt x="213360" y="436880"/>
                </a:cubicBezTo>
                <a:cubicBezTo>
                  <a:pt x="279422" y="370818"/>
                  <a:pt x="334629" y="293489"/>
                  <a:pt x="406400" y="233680"/>
                </a:cubicBezTo>
                <a:cubicBezTo>
                  <a:pt x="426720" y="216747"/>
                  <a:pt x="447590" y="200453"/>
                  <a:pt x="467360" y="182880"/>
                </a:cubicBezTo>
                <a:cubicBezTo>
                  <a:pt x="478099" y="173334"/>
                  <a:pt x="487027" y="161862"/>
                  <a:pt x="497840" y="152400"/>
                </a:cubicBezTo>
                <a:cubicBezTo>
                  <a:pt x="583087" y="77808"/>
                  <a:pt x="511512" y="138786"/>
                  <a:pt x="599440" y="91440"/>
                </a:cubicBezTo>
                <a:cubicBezTo>
                  <a:pt x="627571" y="76293"/>
                  <a:pt x="652143" y="54928"/>
                  <a:pt x="680720" y="40640"/>
                </a:cubicBezTo>
                <a:cubicBezTo>
                  <a:pt x="713345" y="24328"/>
                  <a:pt x="782320" y="0"/>
                  <a:pt x="78232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1074D84-5040-89C6-FBC2-AD2CE597275C}"/>
              </a:ext>
            </a:extLst>
          </p:cNvPr>
          <p:cNvSpPr/>
          <p:nvPr/>
        </p:nvSpPr>
        <p:spPr>
          <a:xfrm>
            <a:off x="4098439" y="1861767"/>
            <a:ext cx="416560" cy="812800"/>
          </a:xfrm>
          <a:custGeom>
            <a:avLst/>
            <a:gdLst>
              <a:gd name="connsiteX0" fmla="*/ 0 w 416560"/>
              <a:gd name="connsiteY0" fmla="*/ 0 h 812800"/>
              <a:gd name="connsiteX1" fmla="*/ 162560 w 416560"/>
              <a:gd name="connsiteY1" fmla="*/ 243840 h 812800"/>
              <a:gd name="connsiteX2" fmla="*/ 193040 w 416560"/>
              <a:gd name="connsiteY2" fmla="*/ 284480 h 812800"/>
              <a:gd name="connsiteX3" fmla="*/ 355600 w 416560"/>
              <a:gd name="connsiteY3" fmla="*/ 721360 h 812800"/>
              <a:gd name="connsiteX4" fmla="*/ 416560 w 416560"/>
              <a:gd name="connsiteY4" fmla="*/ 8128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" h="812800">
                <a:moveTo>
                  <a:pt x="0" y="0"/>
                </a:moveTo>
                <a:cubicBezTo>
                  <a:pt x="54187" y="81280"/>
                  <a:pt x="107709" y="163007"/>
                  <a:pt x="162560" y="243840"/>
                </a:cubicBezTo>
                <a:cubicBezTo>
                  <a:pt x="172068" y="257852"/>
                  <a:pt x="186694" y="268781"/>
                  <a:pt x="193040" y="284480"/>
                </a:cubicBezTo>
                <a:cubicBezTo>
                  <a:pt x="251275" y="428535"/>
                  <a:pt x="269410" y="592075"/>
                  <a:pt x="355600" y="721360"/>
                </a:cubicBezTo>
                <a:lnTo>
                  <a:pt x="416560" y="81280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760057-92E2-FF5F-8F16-B96EE7818F75}"/>
              </a:ext>
            </a:extLst>
          </p:cNvPr>
          <p:cNvSpPr/>
          <p:nvPr/>
        </p:nvSpPr>
        <p:spPr>
          <a:xfrm>
            <a:off x="4500880" y="1127760"/>
            <a:ext cx="751840" cy="87162"/>
          </a:xfrm>
          <a:custGeom>
            <a:avLst/>
            <a:gdLst>
              <a:gd name="connsiteX0" fmla="*/ 0 w 751840"/>
              <a:gd name="connsiteY0" fmla="*/ 0 h 87162"/>
              <a:gd name="connsiteX1" fmla="*/ 50800 w 751840"/>
              <a:gd name="connsiteY1" fmla="*/ 40640 h 87162"/>
              <a:gd name="connsiteX2" fmla="*/ 751840 w 751840"/>
              <a:gd name="connsiteY2" fmla="*/ 71120 h 8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87162">
                <a:moveTo>
                  <a:pt x="0" y="0"/>
                </a:moveTo>
                <a:cubicBezTo>
                  <a:pt x="16933" y="13547"/>
                  <a:pt x="30933" y="31948"/>
                  <a:pt x="50800" y="40640"/>
                </a:cubicBezTo>
                <a:cubicBezTo>
                  <a:pt x="238602" y="122803"/>
                  <a:pt x="701128" y="71120"/>
                  <a:pt x="751840" y="711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780F47B-8FEA-9DE2-9906-5D7104D77557}"/>
              </a:ext>
            </a:extLst>
          </p:cNvPr>
          <p:cNvSpPr/>
          <p:nvPr/>
        </p:nvSpPr>
        <p:spPr>
          <a:xfrm>
            <a:off x="5994400" y="1991360"/>
            <a:ext cx="386080" cy="721360"/>
          </a:xfrm>
          <a:custGeom>
            <a:avLst/>
            <a:gdLst>
              <a:gd name="connsiteX0" fmla="*/ 0 w 386080"/>
              <a:gd name="connsiteY0" fmla="*/ 721360 h 721360"/>
              <a:gd name="connsiteX1" fmla="*/ 152400 w 386080"/>
              <a:gd name="connsiteY1" fmla="*/ 508000 h 721360"/>
              <a:gd name="connsiteX2" fmla="*/ 264160 w 386080"/>
              <a:gd name="connsiteY2" fmla="*/ 355600 h 721360"/>
              <a:gd name="connsiteX3" fmla="*/ 304800 w 386080"/>
              <a:gd name="connsiteY3" fmla="*/ 294640 h 721360"/>
              <a:gd name="connsiteX4" fmla="*/ 314960 w 386080"/>
              <a:gd name="connsiteY4" fmla="*/ 254000 h 721360"/>
              <a:gd name="connsiteX5" fmla="*/ 355600 w 386080"/>
              <a:gd name="connsiteY5" fmla="*/ 142240 h 721360"/>
              <a:gd name="connsiteX6" fmla="*/ 365760 w 386080"/>
              <a:gd name="connsiteY6" fmla="*/ 81280 h 721360"/>
              <a:gd name="connsiteX7" fmla="*/ 386080 w 386080"/>
              <a:gd name="connsiteY7" fmla="*/ 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080" h="721360">
                <a:moveTo>
                  <a:pt x="0" y="721360"/>
                </a:moveTo>
                <a:cubicBezTo>
                  <a:pt x="120026" y="601334"/>
                  <a:pt x="10767" y="720450"/>
                  <a:pt x="152400" y="508000"/>
                </a:cubicBezTo>
                <a:cubicBezTo>
                  <a:pt x="187344" y="455584"/>
                  <a:pt x="227545" y="406862"/>
                  <a:pt x="264160" y="355600"/>
                </a:cubicBezTo>
                <a:cubicBezTo>
                  <a:pt x="278355" y="335727"/>
                  <a:pt x="291253" y="314960"/>
                  <a:pt x="304800" y="294640"/>
                </a:cubicBezTo>
                <a:cubicBezTo>
                  <a:pt x="308187" y="281093"/>
                  <a:pt x="310948" y="267375"/>
                  <a:pt x="314960" y="254000"/>
                </a:cubicBezTo>
                <a:cubicBezTo>
                  <a:pt x="330612" y="201825"/>
                  <a:pt x="336210" y="190715"/>
                  <a:pt x="355600" y="142240"/>
                </a:cubicBezTo>
                <a:cubicBezTo>
                  <a:pt x="358987" y="121920"/>
                  <a:pt x="361444" y="101423"/>
                  <a:pt x="365760" y="81280"/>
                </a:cubicBezTo>
                <a:cubicBezTo>
                  <a:pt x="371612" y="53973"/>
                  <a:pt x="386080" y="0"/>
                  <a:pt x="38608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616A897-0A02-38AC-F69F-13A79FAA2803}"/>
              </a:ext>
            </a:extLst>
          </p:cNvPr>
          <p:cNvSpPr/>
          <p:nvPr/>
        </p:nvSpPr>
        <p:spPr>
          <a:xfrm>
            <a:off x="7721600" y="1198880"/>
            <a:ext cx="701040" cy="121920"/>
          </a:xfrm>
          <a:custGeom>
            <a:avLst/>
            <a:gdLst>
              <a:gd name="connsiteX0" fmla="*/ 0 w 701040"/>
              <a:gd name="connsiteY0" fmla="*/ 0 h 121920"/>
              <a:gd name="connsiteX1" fmla="*/ 497840 w 701040"/>
              <a:gd name="connsiteY1" fmla="*/ 40640 h 121920"/>
              <a:gd name="connsiteX2" fmla="*/ 528320 w 701040"/>
              <a:gd name="connsiteY2" fmla="*/ 60960 h 121920"/>
              <a:gd name="connsiteX3" fmla="*/ 589280 w 701040"/>
              <a:gd name="connsiteY3" fmla="*/ 81280 h 121920"/>
              <a:gd name="connsiteX4" fmla="*/ 650240 w 701040"/>
              <a:gd name="connsiteY4" fmla="*/ 111760 h 121920"/>
              <a:gd name="connsiteX5" fmla="*/ 701040 w 701040"/>
              <a:gd name="connsiteY5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" h="121920">
                <a:moveTo>
                  <a:pt x="0" y="0"/>
                </a:moveTo>
                <a:cubicBezTo>
                  <a:pt x="183352" y="110011"/>
                  <a:pt x="-4726" y="8561"/>
                  <a:pt x="497840" y="40640"/>
                </a:cubicBezTo>
                <a:cubicBezTo>
                  <a:pt x="510026" y="41418"/>
                  <a:pt x="517162" y="56001"/>
                  <a:pt x="528320" y="60960"/>
                </a:cubicBezTo>
                <a:cubicBezTo>
                  <a:pt x="547893" y="69659"/>
                  <a:pt x="569508" y="73042"/>
                  <a:pt x="589280" y="81280"/>
                </a:cubicBezTo>
                <a:cubicBezTo>
                  <a:pt x="610251" y="90018"/>
                  <a:pt x="628889" y="103996"/>
                  <a:pt x="650240" y="111760"/>
                </a:cubicBezTo>
                <a:cubicBezTo>
                  <a:pt x="666469" y="117661"/>
                  <a:pt x="701040" y="121920"/>
                  <a:pt x="701040" y="1219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4AF786B-3786-240C-9323-17171DF2BD0D}"/>
              </a:ext>
            </a:extLst>
          </p:cNvPr>
          <p:cNvSpPr/>
          <p:nvPr/>
        </p:nvSpPr>
        <p:spPr>
          <a:xfrm>
            <a:off x="7376160" y="1849120"/>
            <a:ext cx="619760" cy="1188720"/>
          </a:xfrm>
          <a:custGeom>
            <a:avLst/>
            <a:gdLst>
              <a:gd name="connsiteX0" fmla="*/ 0 w 619760"/>
              <a:gd name="connsiteY0" fmla="*/ 0 h 1188720"/>
              <a:gd name="connsiteX1" fmla="*/ 50800 w 619760"/>
              <a:gd name="connsiteY1" fmla="*/ 50800 h 1188720"/>
              <a:gd name="connsiteX2" fmla="*/ 467360 w 619760"/>
              <a:gd name="connsiteY2" fmla="*/ 883920 h 1188720"/>
              <a:gd name="connsiteX3" fmla="*/ 579120 w 619760"/>
              <a:gd name="connsiteY3" fmla="*/ 1107440 h 1188720"/>
              <a:gd name="connsiteX4" fmla="*/ 619760 w 61976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0" h="1188720">
                <a:moveTo>
                  <a:pt x="0" y="0"/>
                </a:moveTo>
                <a:cubicBezTo>
                  <a:pt x="16933" y="16933"/>
                  <a:pt x="39531" y="29670"/>
                  <a:pt x="50800" y="50800"/>
                </a:cubicBezTo>
                <a:cubicBezTo>
                  <a:pt x="446825" y="793347"/>
                  <a:pt x="30684" y="119737"/>
                  <a:pt x="467360" y="883920"/>
                </a:cubicBezTo>
                <a:cubicBezTo>
                  <a:pt x="629634" y="1167899"/>
                  <a:pt x="494156" y="913237"/>
                  <a:pt x="579120" y="1107440"/>
                </a:cubicBezTo>
                <a:cubicBezTo>
                  <a:pt x="591261" y="1135192"/>
                  <a:pt x="619760" y="1188720"/>
                  <a:pt x="619760" y="1188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FD30110-0E6E-AF5C-85B9-AD3AAD4DB32A}"/>
              </a:ext>
            </a:extLst>
          </p:cNvPr>
          <p:cNvSpPr/>
          <p:nvPr/>
        </p:nvSpPr>
        <p:spPr>
          <a:xfrm>
            <a:off x="8900160" y="2548907"/>
            <a:ext cx="1046480" cy="519413"/>
          </a:xfrm>
          <a:custGeom>
            <a:avLst/>
            <a:gdLst>
              <a:gd name="connsiteX0" fmla="*/ 0 w 1046480"/>
              <a:gd name="connsiteY0" fmla="*/ 519413 h 519413"/>
              <a:gd name="connsiteX1" fmla="*/ 172720 w 1046480"/>
              <a:gd name="connsiteY1" fmla="*/ 367013 h 519413"/>
              <a:gd name="connsiteX2" fmla="*/ 325120 w 1046480"/>
              <a:gd name="connsiteY2" fmla="*/ 234933 h 519413"/>
              <a:gd name="connsiteX3" fmla="*/ 802640 w 1046480"/>
              <a:gd name="connsiteY3" fmla="*/ 11413 h 519413"/>
              <a:gd name="connsiteX4" fmla="*/ 843280 w 1046480"/>
              <a:gd name="connsiteY4" fmla="*/ 1253 h 519413"/>
              <a:gd name="connsiteX5" fmla="*/ 1046480 w 1046480"/>
              <a:gd name="connsiteY5" fmla="*/ 1253 h 51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480" h="519413">
                <a:moveTo>
                  <a:pt x="0" y="519413"/>
                </a:moveTo>
                <a:cubicBezTo>
                  <a:pt x="115171" y="473345"/>
                  <a:pt x="9716" y="523980"/>
                  <a:pt x="172720" y="367013"/>
                </a:cubicBezTo>
                <a:cubicBezTo>
                  <a:pt x="221142" y="320384"/>
                  <a:pt x="266580" y="267980"/>
                  <a:pt x="325120" y="234933"/>
                </a:cubicBezTo>
                <a:cubicBezTo>
                  <a:pt x="478166" y="148536"/>
                  <a:pt x="632139" y="54038"/>
                  <a:pt x="802640" y="11413"/>
                </a:cubicBezTo>
                <a:cubicBezTo>
                  <a:pt x="816187" y="8026"/>
                  <a:pt x="829329" y="1834"/>
                  <a:pt x="843280" y="1253"/>
                </a:cubicBezTo>
                <a:cubicBezTo>
                  <a:pt x="910955" y="-1567"/>
                  <a:pt x="978747" y="1253"/>
                  <a:pt x="1046480" y="125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D3801E-7811-5171-C9C6-DDBADD9F65D4}"/>
              </a:ext>
            </a:extLst>
          </p:cNvPr>
          <p:cNvSpPr/>
          <p:nvPr/>
        </p:nvSpPr>
        <p:spPr>
          <a:xfrm>
            <a:off x="10251440" y="1016000"/>
            <a:ext cx="975360" cy="944880"/>
          </a:xfrm>
          <a:custGeom>
            <a:avLst/>
            <a:gdLst>
              <a:gd name="connsiteX0" fmla="*/ 0 w 975360"/>
              <a:gd name="connsiteY0" fmla="*/ 0 h 944880"/>
              <a:gd name="connsiteX1" fmla="*/ 375920 w 975360"/>
              <a:gd name="connsiteY1" fmla="*/ 172720 h 944880"/>
              <a:gd name="connsiteX2" fmla="*/ 670560 w 975360"/>
              <a:gd name="connsiteY2" fmla="*/ 335280 h 944880"/>
              <a:gd name="connsiteX3" fmla="*/ 751840 w 975360"/>
              <a:gd name="connsiteY3" fmla="*/ 497840 h 944880"/>
              <a:gd name="connsiteX4" fmla="*/ 863600 w 975360"/>
              <a:gd name="connsiteY4" fmla="*/ 680720 h 944880"/>
              <a:gd name="connsiteX5" fmla="*/ 894080 w 975360"/>
              <a:gd name="connsiteY5" fmla="*/ 741680 h 944880"/>
              <a:gd name="connsiteX6" fmla="*/ 975360 w 975360"/>
              <a:gd name="connsiteY6" fmla="*/ 9448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5360" h="944880">
                <a:moveTo>
                  <a:pt x="0" y="0"/>
                </a:moveTo>
                <a:cubicBezTo>
                  <a:pt x="117703" y="147129"/>
                  <a:pt x="5045" y="24370"/>
                  <a:pt x="375920" y="172720"/>
                </a:cubicBezTo>
                <a:cubicBezTo>
                  <a:pt x="535416" y="236518"/>
                  <a:pt x="539772" y="248088"/>
                  <a:pt x="670560" y="335280"/>
                </a:cubicBezTo>
                <a:cubicBezTo>
                  <a:pt x="697653" y="389467"/>
                  <a:pt x="718235" y="447432"/>
                  <a:pt x="751840" y="497840"/>
                </a:cubicBezTo>
                <a:cubicBezTo>
                  <a:pt x="806206" y="579389"/>
                  <a:pt x="804010" y="573459"/>
                  <a:pt x="863600" y="680720"/>
                </a:cubicBezTo>
                <a:cubicBezTo>
                  <a:pt x="874633" y="700579"/>
                  <a:pt x="885801" y="720524"/>
                  <a:pt x="894080" y="741680"/>
                </a:cubicBezTo>
                <a:cubicBezTo>
                  <a:pt x="976216" y="951582"/>
                  <a:pt x="917751" y="858467"/>
                  <a:pt x="975360" y="944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57B220D-4519-7A18-5F1B-37298A9A3B1F}"/>
              </a:ext>
            </a:extLst>
          </p:cNvPr>
          <p:cNvSpPr/>
          <p:nvPr/>
        </p:nvSpPr>
        <p:spPr>
          <a:xfrm>
            <a:off x="2763520" y="4155440"/>
            <a:ext cx="1117600" cy="182880"/>
          </a:xfrm>
          <a:custGeom>
            <a:avLst/>
            <a:gdLst>
              <a:gd name="connsiteX0" fmla="*/ 0 w 1117600"/>
              <a:gd name="connsiteY0" fmla="*/ 0 h 182880"/>
              <a:gd name="connsiteX1" fmla="*/ 264160 w 1117600"/>
              <a:gd name="connsiteY1" fmla="*/ 71120 h 182880"/>
              <a:gd name="connsiteX2" fmla="*/ 406400 w 1117600"/>
              <a:gd name="connsiteY2" fmla="*/ 91440 h 182880"/>
              <a:gd name="connsiteX3" fmla="*/ 995680 w 1117600"/>
              <a:gd name="connsiteY3" fmla="*/ 152400 h 182880"/>
              <a:gd name="connsiteX4" fmla="*/ 1087120 w 1117600"/>
              <a:gd name="connsiteY4" fmla="*/ 172720 h 182880"/>
              <a:gd name="connsiteX5" fmla="*/ 1117600 w 1117600"/>
              <a:gd name="connsiteY5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7600" h="182880">
                <a:moveTo>
                  <a:pt x="0" y="0"/>
                </a:moveTo>
                <a:cubicBezTo>
                  <a:pt x="88053" y="23707"/>
                  <a:pt x="175195" y="51103"/>
                  <a:pt x="264160" y="71120"/>
                </a:cubicBezTo>
                <a:cubicBezTo>
                  <a:pt x="310887" y="81633"/>
                  <a:pt x="359079" y="84046"/>
                  <a:pt x="406400" y="91440"/>
                </a:cubicBezTo>
                <a:cubicBezTo>
                  <a:pt x="763904" y="147300"/>
                  <a:pt x="438352" y="110600"/>
                  <a:pt x="995680" y="152400"/>
                </a:cubicBezTo>
                <a:cubicBezTo>
                  <a:pt x="1030598" y="159384"/>
                  <a:pt x="1053641" y="163154"/>
                  <a:pt x="1087120" y="172720"/>
                </a:cubicBezTo>
                <a:cubicBezTo>
                  <a:pt x="1097418" y="175662"/>
                  <a:pt x="1107440" y="179493"/>
                  <a:pt x="1117600" y="182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6E1C93-E80D-A398-81F1-6852C730561F}"/>
              </a:ext>
            </a:extLst>
          </p:cNvPr>
          <p:cNvSpPr/>
          <p:nvPr/>
        </p:nvSpPr>
        <p:spPr>
          <a:xfrm>
            <a:off x="1621924" y="4998720"/>
            <a:ext cx="796156" cy="894208"/>
          </a:xfrm>
          <a:custGeom>
            <a:avLst/>
            <a:gdLst>
              <a:gd name="connsiteX0" fmla="*/ 54476 w 796156"/>
              <a:gd name="connsiteY0" fmla="*/ 0 h 894208"/>
              <a:gd name="connsiteX1" fmla="*/ 3676 w 796156"/>
              <a:gd name="connsiteY1" fmla="*/ 30480 h 894208"/>
              <a:gd name="connsiteX2" fmla="*/ 105276 w 796156"/>
              <a:gd name="connsiteY2" fmla="*/ 406400 h 894208"/>
              <a:gd name="connsiteX3" fmla="*/ 227196 w 796156"/>
              <a:gd name="connsiteY3" fmla="*/ 528320 h 894208"/>
              <a:gd name="connsiteX4" fmla="*/ 511676 w 796156"/>
              <a:gd name="connsiteY4" fmla="*/ 751840 h 894208"/>
              <a:gd name="connsiteX5" fmla="*/ 633596 w 796156"/>
              <a:gd name="connsiteY5" fmla="*/ 812800 h 894208"/>
              <a:gd name="connsiteX6" fmla="*/ 694556 w 796156"/>
              <a:gd name="connsiteY6" fmla="*/ 863600 h 894208"/>
              <a:gd name="connsiteX7" fmla="*/ 735196 w 796156"/>
              <a:gd name="connsiteY7" fmla="*/ 873760 h 894208"/>
              <a:gd name="connsiteX8" fmla="*/ 796156 w 796156"/>
              <a:gd name="connsiteY8" fmla="*/ 894080 h 89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156" h="894208">
                <a:moveTo>
                  <a:pt x="54476" y="0"/>
                </a:moveTo>
                <a:cubicBezTo>
                  <a:pt x="37543" y="10160"/>
                  <a:pt x="6125" y="10885"/>
                  <a:pt x="3676" y="30480"/>
                </a:cubicBezTo>
                <a:cubicBezTo>
                  <a:pt x="-13033" y="164152"/>
                  <a:pt x="28318" y="298658"/>
                  <a:pt x="105276" y="406400"/>
                </a:cubicBezTo>
                <a:cubicBezTo>
                  <a:pt x="138682" y="453168"/>
                  <a:pt x="185528" y="488735"/>
                  <a:pt x="227196" y="528320"/>
                </a:cubicBezTo>
                <a:cubicBezTo>
                  <a:pt x="293223" y="591046"/>
                  <a:pt x="465399" y="728702"/>
                  <a:pt x="511676" y="751840"/>
                </a:cubicBezTo>
                <a:cubicBezTo>
                  <a:pt x="552316" y="772160"/>
                  <a:pt x="594826" y="789107"/>
                  <a:pt x="633596" y="812800"/>
                </a:cubicBezTo>
                <a:cubicBezTo>
                  <a:pt x="656166" y="826593"/>
                  <a:pt x="671875" y="849991"/>
                  <a:pt x="694556" y="863600"/>
                </a:cubicBezTo>
                <a:cubicBezTo>
                  <a:pt x="706530" y="870784"/>
                  <a:pt x="722121" y="868857"/>
                  <a:pt x="735196" y="873760"/>
                </a:cubicBezTo>
                <a:cubicBezTo>
                  <a:pt x="797460" y="897109"/>
                  <a:pt x="753729" y="894080"/>
                  <a:pt x="796156" y="8940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2810203-608D-80BF-4906-F5936F2282F7}"/>
              </a:ext>
            </a:extLst>
          </p:cNvPr>
          <p:cNvSpPr/>
          <p:nvPr/>
        </p:nvSpPr>
        <p:spPr>
          <a:xfrm>
            <a:off x="4450080" y="5699716"/>
            <a:ext cx="2367280" cy="52032"/>
          </a:xfrm>
          <a:custGeom>
            <a:avLst/>
            <a:gdLst>
              <a:gd name="connsiteX0" fmla="*/ 0 w 2367280"/>
              <a:gd name="connsiteY0" fmla="*/ 10204 h 52032"/>
              <a:gd name="connsiteX1" fmla="*/ 193040 w 2367280"/>
              <a:gd name="connsiteY1" fmla="*/ 30524 h 52032"/>
              <a:gd name="connsiteX2" fmla="*/ 650240 w 2367280"/>
              <a:gd name="connsiteY2" fmla="*/ 40684 h 52032"/>
              <a:gd name="connsiteX3" fmla="*/ 2367280 w 2367280"/>
              <a:gd name="connsiteY3" fmla="*/ 50844 h 5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7280" h="52032">
                <a:moveTo>
                  <a:pt x="0" y="10204"/>
                </a:moveTo>
                <a:cubicBezTo>
                  <a:pt x="129347" y="-15665"/>
                  <a:pt x="-53130" y="13835"/>
                  <a:pt x="193040" y="30524"/>
                </a:cubicBezTo>
                <a:cubicBezTo>
                  <a:pt x="345128" y="40835"/>
                  <a:pt x="497831" y="37753"/>
                  <a:pt x="650240" y="40684"/>
                </a:cubicBezTo>
                <a:cubicBezTo>
                  <a:pt x="1506847" y="57157"/>
                  <a:pt x="1264797" y="50844"/>
                  <a:pt x="2367280" y="50844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45D7F5E-D8C0-1E8B-3207-F964BCE0E130}"/>
              </a:ext>
            </a:extLst>
          </p:cNvPr>
          <p:cNvSpPr/>
          <p:nvPr/>
        </p:nvSpPr>
        <p:spPr>
          <a:xfrm>
            <a:off x="8676640" y="5913120"/>
            <a:ext cx="1544320" cy="95127"/>
          </a:xfrm>
          <a:custGeom>
            <a:avLst/>
            <a:gdLst>
              <a:gd name="connsiteX0" fmla="*/ 0 w 1544320"/>
              <a:gd name="connsiteY0" fmla="*/ 0 h 95127"/>
              <a:gd name="connsiteX1" fmla="*/ 71120 w 1544320"/>
              <a:gd name="connsiteY1" fmla="*/ 20320 h 95127"/>
              <a:gd name="connsiteX2" fmla="*/ 1544320 w 1544320"/>
              <a:gd name="connsiteY2" fmla="*/ 60960 h 9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320" h="95127">
                <a:moveTo>
                  <a:pt x="0" y="0"/>
                </a:moveTo>
                <a:cubicBezTo>
                  <a:pt x="23707" y="6773"/>
                  <a:pt x="47201" y="14340"/>
                  <a:pt x="71120" y="20320"/>
                </a:cubicBezTo>
                <a:cubicBezTo>
                  <a:pt x="630828" y="160247"/>
                  <a:pt x="441085" y="60960"/>
                  <a:pt x="1544320" y="6096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68B6621-5775-7146-CFCF-5A972F9C15B3}"/>
              </a:ext>
            </a:extLst>
          </p:cNvPr>
          <p:cNvSpPr/>
          <p:nvPr/>
        </p:nvSpPr>
        <p:spPr>
          <a:xfrm>
            <a:off x="9307991" y="3749563"/>
            <a:ext cx="975360" cy="1321004"/>
          </a:xfrm>
          <a:custGeom>
            <a:avLst/>
            <a:gdLst>
              <a:gd name="connsiteX0" fmla="*/ 0 w 975360"/>
              <a:gd name="connsiteY0" fmla="*/ 0 h 1321004"/>
              <a:gd name="connsiteX1" fmla="*/ 355600 w 975360"/>
              <a:gd name="connsiteY1" fmla="*/ 213360 h 1321004"/>
              <a:gd name="connsiteX2" fmla="*/ 568960 w 975360"/>
              <a:gd name="connsiteY2" fmla="*/ 467360 h 1321004"/>
              <a:gd name="connsiteX3" fmla="*/ 650240 w 975360"/>
              <a:gd name="connsiteY3" fmla="*/ 589280 h 1321004"/>
              <a:gd name="connsiteX4" fmla="*/ 711200 w 975360"/>
              <a:gd name="connsiteY4" fmla="*/ 721360 h 1321004"/>
              <a:gd name="connsiteX5" fmla="*/ 822960 w 975360"/>
              <a:gd name="connsiteY5" fmla="*/ 924560 h 1321004"/>
              <a:gd name="connsiteX6" fmla="*/ 894080 w 975360"/>
              <a:gd name="connsiteY6" fmla="*/ 1148080 h 1321004"/>
              <a:gd name="connsiteX7" fmla="*/ 934720 w 975360"/>
              <a:gd name="connsiteY7" fmla="*/ 1270000 h 1321004"/>
              <a:gd name="connsiteX8" fmla="*/ 975360 w 975360"/>
              <a:gd name="connsiteY8" fmla="*/ 1320800 h 132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360" h="1321004">
                <a:moveTo>
                  <a:pt x="0" y="0"/>
                </a:moveTo>
                <a:cubicBezTo>
                  <a:pt x="184567" y="23071"/>
                  <a:pt x="99468" y="-1076"/>
                  <a:pt x="355600" y="213360"/>
                </a:cubicBezTo>
                <a:cubicBezTo>
                  <a:pt x="549542" y="375730"/>
                  <a:pt x="477884" y="320237"/>
                  <a:pt x="568960" y="467360"/>
                </a:cubicBezTo>
                <a:cubicBezTo>
                  <a:pt x="594669" y="508890"/>
                  <a:pt x="626375" y="546664"/>
                  <a:pt x="650240" y="589280"/>
                </a:cubicBezTo>
                <a:cubicBezTo>
                  <a:pt x="673932" y="631588"/>
                  <a:pt x="688994" y="678254"/>
                  <a:pt x="711200" y="721360"/>
                </a:cubicBezTo>
                <a:cubicBezTo>
                  <a:pt x="746601" y="790080"/>
                  <a:pt x="789290" y="854976"/>
                  <a:pt x="822960" y="924560"/>
                </a:cubicBezTo>
                <a:cubicBezTo>
                  <a:pt x="859742" y="1000577"/>
                  <a:pt x="869782" y="1068245"/>
                  <a:pt x="894080" y="1148080"/>
                </a:cubicBezTo>
                <a:cubicBezTo>
                  <a:pt x="906553" y="1189062"/>
                  <a:pt x="920463" y="1229604"/>
                  <a:pt x="934720" y="1270000"/>
                </a:cubicBezTo>
                <a:cubicBezTo>
                  <a:pt x="954869" y="1327089"/>
                  <a:pt x="937800" y="1320800"/>
                  <a:pt x="975360" y="132080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0FF8969-C1C1-7503-1D61-C5E2300DF0D0}"/>
              </a:ext>
            </a:extLst>
          </p:cNvPr>
          <p:cNvSpPr/>
          <p:nvPr/>
        </p:nvSpPr>
        <p:spPr>
          <a:xfrm>
            <a:off x="5902960" y="3383280"/>
            <a:ext cx="1351280" cy="173894"/>
          </a:xfrm>
          <a:custGeom>
            <a:avLst/>
            <a:gdLst>
              <a:gd name="connsiteX0" fmla="*/ 0 w 1351280"/>
              <a:gd name="connsiteY0" fmla="*/ 0 h 173894"/>
              <a:gd name="connsiteX1" fmla="*/ 60960 w 1351280"/>
              <a:gd name="connsiteY1" fmla="*/ 40640 h 173894"/>
              <a:gd name="connsiteX2" fmla="*/ 426720 w 1351280"/>
              <a:gd name="connsiteY2" fmla="*/ 162560 h 173894"/>
              <a:gd name="connsiteX3" fmla="*/ 629920 w 1351280"/>
              <a:gd name="connsiteY3" fmla="*/ 172720 h 173894"/>
              <a:gd name="connsiteX4" fmla="*/ 1351280 w 1351280"/>
              <a:gd name="connsiteY4" fmla="*/ 172720 h 1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1280" h="173894">
                <a:moveTo>
                  <a:pt x="0" y="0"/>
                </a:moveTo>
                <a:cubicBezTo>
                  <a:pt x="20320" y="13547"/>
                  <a:pt x="39117" y="29718"/>
                  <a:pt x="60960" y="40640"/>
                </a:cubicBezTo>
                <a:cubicBezTo>
                  <a:pt x="199542" y="109931"/>
                  <a:pt x="273605" y="142413"/>
                  <a:pt x="426720" y="162560"/>
                </a:cubicBezTo>
                <a:cubicBezTo>
                  <a:pt x="493958" y="171407"/>
                  <a:pt x="562106" y="171975"/>
                  <a:pt x="629920" y="172720"/>
                </a:cubicBezTo>
                <a:cubicBezTo>
                  <a:pt x="870359" y="175362"/>
                  <a:pt x="1110827" y="172720"/>
                  <a:pt x="1351280" y="172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E88EEA-E620-904E-CD95-5396DD3AD9F7}"/>
              </a:ext>
            </a:extLst>
          </p:cNvPr>
          <p:cNvSpPr/>
          <p:nvPr/>
        </p:nvSpPr>
        <p:spPr>
          <a:xfrm>
            <a:off x="6045200" y="4175760"/>
            <a:ext cx="1026178" cy="356998"/>
          </a:xfrm>
          <a:custGeom>
            <a:avLst/>
            <a:gdLst>
              <a:gd name="connsiteX0" fmla="*/ 0 w 1026178"/>
              <a:gd name="connsiteY0" fmla="*/ 355600 h 356998"/>
              <a:gd name="connsiteX1" fmla="*/ 335280 w 1026178"/>
              <a:gd name="connsiteY1" fmla="*/ 345440 h 356998"/>
              <a:gd name="connsiteX2" fmla="*/ 599440 w 1026178"/>
              <a:gd name="connsiteY2" fmla="*/ 243840 h 356998"/>
              <a:gd name="connsiteX3" fmla="*/ 690880 w 1026178"/>
              <a:gd name="connsiteY3" fmla="*/ 172720 h 356998"/>
              <a:gd name="connsiteX4" fmla="*/ 883920 w 1026178"/>
              <a:gd name="connsiteY4" fmla="*/ 81280 h 356998"/>
              <a:gd name="connsiteX5" fmla="*/ 955040 w 1026178"/>
              <a:gd name="connsiteY5" fmla="*/ 40640 h 356998"/>
              <a:gd name="connsiteX6" fmla="*/ 1026160 w 1026178"/>
              <a:gd name="connsiteY6" fmla="*/ 0 h 35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6178" h="356998">
                <a:moveTo>
                  <a:pt x="0" y="355600"/>
                </a:moveTo>
                <a:cubicBezTo>
                  <a:pt x="111760" y="352213"/>
                  <a:pt x="225363" y="365933"/>
                  <a:pt x="335280" y="345440"/>
                </a:cubicBezTo>
                <a:cubicBezTo>
                  <a:pt x="428023" y="328149"/>
                  <a:pt x="599440" y="243840"/>
                  <a:pt x="599440" y="243840"/>
                </a:cubicBezTo>
                <a:cubicBezTo>
                  <a:pt x="629920" y="220133"/>
                  <a:pt x="657354" y="191878"/>
                  <a:pt x="690880" y="172720"/>
                </a:cubicBezTo>
                <a:cubicBezTo>
                  <a:pt x="752699" y="137395"/>
                  <a:pt x="820236" y="113122"/>
                  <a:pt x="883920" y="81280"/>
                </a:cubicBezTo>
                <a:cubicBezTo>
                  <a:pt x="908342" y="69069"/>
                  <a:pt x="930618" y="52851"/>
                  <a:pt x="955040" y="40640"/>
                </a:cubicBezTo>
                <a:cubicBezTo>
                  <a:pt x="1029273" y="3524"/>
                  <a:pt x="1026160" y="36648"/>
                  <a:pt x="102616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81486-132D-F697-A6BA-AD169454F3A4}"/>
              </a:ext>
            </a:extLst>
          </p:cNvPr>
          <p:cNvSpPr txBox="1"/>
          <p:nvPr/>
        </p:nvSpPr>
        <p:spPr>
          <a:xfrm>
            <a:off x="2581883" y="23145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BAB0B-6676-F331-68F3-04DE1CEBA7CC}"/>
              </a:ext>
            </a:extLst>
          </p:cNvPr>
          <p:cNvSpPr txBox="1"/>
          <p:nvPr/>
        </p:nvSpPr>
        <p:spPr>
          <a:xfrm>
            <a:off x="4718622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A4E8A2-A24B-615A-DE62-F5C5659B4A4C}"/>
              </a:ext>
            </a:extLst>
          </p:cNvPr>
          <p:cNvSpPr txBox="1"/>
          <p:nvPr/>
        </p:nvSpPr>
        <p:spPr>
          <a:xfrm>
            <a:off x="3018378" y="375874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73BB84-77D4-2ED1-B2F8-EE072D7D1D84}"/>
              </a:ext>
            </a:extLst>
          </p:cNvPr>
          <p:cNvSpPr txBox="1"/>
          <p:nvPr/>
        </p:nvSpPr>
        <p:spPr>
          <a:xfrm>
            <a:off x="6600564" y="44473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A852A5-C6EC-2F29-FF33-307D5141BD85}"/>
              </a:ext>
            </a:extLst>
          </p:cNvPr>
          <p:cNvSpPr txBox="1"/>
          <p:nvPr/>
        </p:nvSpPr>
        <p:spPr>
          <a:xfrm>
            <a:off x="6426200" y="317665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9F5A48-7C84-B71F-32F2-107A8F3CBEC1}"/>
              </a:ext>
            </a:extLst>
          </p:cNvPr>
          <p:cNvSpPr txBox="1"/>
          <p:nvPr/>
        </p:nvSpPr>
        <p:spPr>
          <a:xfrm>
            <a:off x="1975854" y="518001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1C2797-8A45-0B5A-BF3C-B13AEF0A9636}"/>
              </a:ext>
            </a:extLst>
          </p:cNvPr>
          <p:cNvSpPr txBox="1"/>
          <p:nvPr/>
        </p:nvSpPr>
        <p:spPr>
          <a:xfrm>
            <a:off x="5796280" y="2025127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FEF12-2DF9-197B-DA76-C123AFBB6510}"/>
              </a:ext>
            </a:extLst>
          </p:cNvPr>
          <p:cNvSpPr txBox="1"/>
          <p:nvPr/>
        </p:nvSpPr>
        <p:spPr>
          <a:xfrm>
            <a:off x="10530144" y="1456725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94FA32-7658-C928-6432-B1CD4DFFD5ED}"/>
              </a:ext>
            </a:extLst>
          </p:cNvPr>
          <p:cNvSpPr txBox="1"/>
          <p:nvPr/>
        </p:nvSpPr>
        <p:spPr>
          <a:xfrm>
            <a:off x="4371036" y="20805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ADBCB-FF96-88F8-B824-47977FE31C76}"/>
              </a:ext>
            </a:extLst>
          </p:cNvPr>
          <p:cNvSpPr txBox="1"/>
          <p:nvPr/>
        </p:nvSpPr>
        <p:spPr>
          <a:xfrm>
            <a:off x="9032240" y="55670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4A2793-229D-732B-FACA-CB113FC7B47B}"/>
              </a:ext>
            </a:extLst>
          </p:cNvPr>
          <p:cNvSpPr txBox="1"/>
          <p:nvPr/>
        </p:nvSpPr>
        <p:spPr>
          <a:xfrm>
            <a:off x="9404511" y="41629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16C25-92CF-431F-03C6-717F5265507A}"/>
              </a:ext>
            </a:extLst>
          </p:cNvPr>
          <p:cNvSpPr txBox="1"/>
          <p:nvPr/>
        </p:nvSpPr>
        <p:spPr>
          <a:xfrm>
            <a:off x="5368414" y="534456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8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047077-DA78-22E0-BCE9-370EDE0AC93D}"/>
              </a:ext>
            </a:extLst>
          </p:cNvPr>
          <p:cNvSpPr txBox="1"/>
          <p:nvPr/>
        </p:nvSpPr>
        <p:spPr>
          <a:xfrm>
            <a:off x="9343975" y="27129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9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2779DD-56E7-9410-110D-D90BBF3D9128}"/>
              </a:ext>
            </a:extLst>
          </p:cNvPr>
          <p:cNvSpPr txBox="1"/>
          <p:nvPr/>
        </p:nvSpPr>
        <p:spPr>
          <a:xfrm>
            <a:off x="7930714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10A449-143B-DFF7-079D-755F14311087}"/>
              </a:ext>
            </a:extLst>
          </p:cNvPr>
          <p:cNvSpPr txBox="1"/>
          <p:nvPr/>
        </p:nvSpPr>
        <p:spPr>
          <a:xfrm>
            <a:off x="7787403" y="21254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pic>
        <p:nvPicPr>
          <p:cNvPr id="59" name="Graphic 58" descr="Park with bench and trees">
            <a:extLst>
              <a:ext uri="{FF2B5EF4-FFF2-40B4-BE49-F238E27FC236}">
                <a16:creationId xmlns:a16="http://schemas.microsoft.com/office/drawing/2014/main" id="{D0861C6E-57C7-AB6E-C9EB-E4FDA54C51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515" y="3281011"/>
            <a:ext cx="1909483" cy="107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25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D91303-B42C-7158-6665-14AA21F5A2FB}"/>
              </a:ext>
            </a:extLst>
          </p:cNvPr>
          <p:cNvSpPr>
            <a:spLocks/>
          </p:cNvSpPr>
          <p:nvPr/>
        </p:nvSpPr>
        <p:spPr>
          <a:xfrm>
            <a:off x="-8506415" y="0"/>
            <a:ext cx="81312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5D26D1-8F9C-79AB-004D-AD2F937DA264}"/>
              </a:ext>
            </a:extLst>
          </p:cNvPr>
          <p:cNvGrpSpPr/>
          <p:nvPr/>
        </p:nvGrpSpPr>
        <p:grpSpPr>
          <a:xfrm>
            <a:off x="7753655" y="3062321"/>
            <a:ext cx="1574507" cy="1974143"/>
            <a:chOff x="997052" y="1454559"/>
            <a:chExt cx="3295650" cy="5005780"/>
          </a:xfrm>
        </p:grpSpPr>
        <p:pic>
          <p:nvPicPr>
            <p:cNvPr id="10" name="Graphic 9" descr="Woman cycling">
              <a:extLst>
                <a:ext uri="{FF2B5EF4-FFF2-40B4-BE49-F238E27FC236}">
                  <a16:creationId xmlns:a16="http://schemas.microsoft.com/office/drawing/2014/main" id="{B4839691-F31F-4CDE-7694-85AE3385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11" name="Graphic 10" descr="A child with wavy hair">
              <a:extLst>
                <a:ext uri="{FF2B5EF4-FFF2-40B4-BE49-F238E27FC236}">
                  <a16:creationId xmlns:a16="http://schemas.microsoft.com/office/drawing/2014/main" id="{28272C7B-E19A-2A65-9805-970536D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14" name="Graphic 13" descr="Home front yard">
            <a:extLst>
              <a:ext uri="{FF2B5EF4-FFF2-40B4-BE49-F238E27FC236}">
                <a16:creationId xmlns:a16="http://schemas.microsoft.com/office/drawing/2014/main" id="{17CA24FB-B9CE-1D40-E62A-AE6FF4338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9408" y="790630"/>
            <a:ext cx="1745952" cy="982098"/>
          </a:xfrm>
          <a:prstGeom prst="rect">
            <a:avLst/>
          </a:prstGeom>
        </p:spPr>
      </p:pic>
      <p:pic>
        <p:nvPicPr>
          <p:cNvPr id="16" name="Graphic 15" descr="Park with bench and trees">
            <a:extLst>
              <a:ext uri="{FF2B5EF4-FFF2-40B4-BE49-F238E27FC236}">
                <a16:creationId xmlns:a16="http://schemas.microsoft.com/office/drawing/2014/main" id="{929C6448-ED29-9582-3B6C-76ECB71EB7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323" y="2445802"/>
            <a:ext cx="1909483" cy="1074084"/>
          </a:xfrm>
          <a:prstGeom prst="rect">
            <a:avLst/>
          </a:prstGeom>
        </p:spPr>
      </p:pic>
      <p:pic>
        <p:nvPicPr>
          <p:cNvPr id="18" name="Graphic 17" descr="Playground with swing and slide">
            <a:extLst>
              <a:ext uri="{FF2B5EF4-FFF2-40B4-BE49-F238E27FC236}">
                <a16:creationId xmlns:a16="http://schemas.microsoft.com/office/drawing/2014/main" id="{BA76AA08-C7FB-1C31-16E4-6553262E8B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6325" y="3875156"/>
            <a:ext cx="1875712" cy="1055088"/>
          </a:xfrm>
          <a:prstGeom prst="rect">
            <a:avLst/>
          </a:prstGeom>
        </p:spPr>
      </p:pic>
      <p:pic>
        <p:nvPicPr>
          <p:cNvPr id="20" name="Graphic 19" descr="Houses with sidewalk">
            <a:extLst>
              <a:ext uri="{FF2B5EF4-FFF2-40B4-BE49-F238E27FC236}">
                <a16:creationId xmlns:a16="http://schemas.microsoft.com/office/drawing/2014/main" id="{C347DAD0-2AE1-8767-BD13-F3BBE9704A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87761" y="460622"/>
            <a:ext cx="2185685" cy="1229448"/>
          </a:xfrm>
          <a:prstGeom prst="rect">
            <a:avLst/>
          </a:prstGeom>
        </p:spPr>
      </p:pic>
      <p:pic>
        <p:nvPicPr>
          <p:cNvPr id="22" name="Graphic 21" descr="Zen garden with temple">
            <a:extLst>
              <a:ext uri="{FF2B5EF4-FFF2-40B4-BE49-F238E27FC236}">
                <a16:creationId xmlns:a16="http://schemas.microsoft.com/office/drawing/2014/main" id="{BE789E01-1760-6A80-6BC1-95C83AB17C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19110" y="5085273"/>
            <a:ext cx="2075889" cy="1167687"/>
          </a:xfrm>
          <a:prstGeom prst="rect">
            <a:avLst/>
          </a:prstGeom>
        </p:spPr>
      </p:pic>
      <p:pic>
        <p:nvPicPr>
          <p:cNvPr id="23" name="Graphic 22" descr="Home front yard">
            <a:extLst>
              <a:ext uri="{FF2B5EF4-FFF2-40B4-BE49-F238E27FC236}">
                <a16:creationId xmlns:a16="http://schemas.microsoft.com/office/drawing/2014/main" id="{C5372E65-199D-A957-35A7-2A589EA8B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4027" y="5408347"/>
            <a:ext cx="1745952" cy="982098"/>
          </a:xfrm>
          <a:prstGeom prst="rect">
            <a:avLst/>
          </a:prstGeom>
        </p:spPr>
      </p:pic>
      <p:pic>
        <p:nvPicPr>
          <p:cNvPr id="25" name="Graphic 24" descr="Home front yard">
            <a:extLst>
              <a:ext uri="{FF2B5EF4-FFF2-40B4-BE49-F238E27FC236}">
                <a16:creationId xmlns:a16="http://schemas.microsoft.com/office/drawing/2014/main" id="{AE31DA23-5E4B-47F5-646B-AA7A09807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295" y="2244404"/>
            <a:ext cx="1745952" cy="982098"/>
          </a:xfrm>
          <a:prstGeom prst="rect">
            <a:avLst/>
          </a:prstGeom>
        </p:spPr>
      </p:pic>
      <p:pic>
        <p:nvPicPr>
          <p:cNvPr id="26" name="Graphic 25" descr="Boy wearing backpack">
            <a:extLst>
              <a:ext uri="{FF2B5EF4-FFF2-40B4-BE49-F238E27FC236}">
                <a16:creationId xmlns:a16="http://schemas.microsoft.com/office/drawing/2014/main" id="{8221C455-6565-9E65-9931-1D4ABB29C6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91190" y="4337140"/>
            <a:ext cx="867659" cy="2154784"/>
          </a:xfrm>
          <a:prstGeom prst="rect">
            <a:avLst/>
          </a:prstGeom>
        </p:spPr>
      </p:pic>
      <p:pic>
        <p:nvPicPr>
          <p:cNvPr id="27" name="Graphic 26" descr="Home front yard">
            <a:extLst>
              <a:ext uri="{FF2B5EF4-FFF2-40B4-BE49-F238E27FC236}">
                <a16:creationId xmlns:a16="http://schemas.microsoft.com/office/drawing/2014/main" id="{AF017B9B-D9E9-DAA5-1E0F-22FF54866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9979" y="474627"/>
            <a:ext cx="1745952" cy="982098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CA4BE82-D692-C8A5-A7D6-40A820149E05}"/>
              </a:ext>
            </a:extLst>
          </p:cNvPr>
          <p:cNvSpPr/>
          <p:nvPr/>
        </p:nvSpPr>
        <p:spPr>
          <a:xfrm>
            <a:off x="2225040" y="2011680"/>
            <a:ext cx="782320" cy="650240"/>
          </a:xfrm>
          <a:custGeom>
            <a:avLst/>
            <a:gdLst>
              <a:gd name="connsiteX0" fmla="*/ 0 w 782320"/>
              <a:gd name="connsiteY0" fmla="*/ 650240 h 650240"/>
              <a:gd name="connsiteX1" fmla="*/ 213360 w 782320"/>
              <a:gd name="connsiteY1" fmla="*/ 436880 h 650240"/>
              <a:gd name="connsiteX2" fmla="*/ 406400 w 782320"/>
              <a:gd name="connsiteY2" fmla="*/ 233680 h 650240"/>
              <a:gd name="connsiteX3" fmla="*/ 467360 w 782320"/>
              <a:gd name="connsiteY3" fmla="*/ 182880 h 650240"/>
              <a:gd name="connsiteX4" fmla="*/ 497840 w 782320"/>
              <a:gd name="connsiteY4" fmla="*/ 152400 h 650240"/>
              <a:gd name="connsiteX5" fmla="*/ 599440 w 782320"/>
              <a:gd name="connsiteY5" fmla="*/ 91440 h 650240"/>
              <a:gd name="connsiteX6" fmla="*/ 680720 w 782320"/>
              <a:gd name="connsiteY6" fmla="*/ 40640 h 650240"/>
              <a:gd name="connsiteX7" fmla="*/ 782320 w 782320"/>
              <a:gd name="connsiteY7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320" h="650240">
                <a:moveTo>
                  <a:pt x="0" y="650240"/>
                </a:moveTo>
                <a:cubicBezTo>
                  <a:pt x="102196" y="522495"/>
                  <a:pt x="-19507" y="669747"/>
                  <a:pt x="213360" y="436880"/>
                </a:cubicBezTo>
                <a:cubicBezTo>
                  <a:pt x="279422" y="370818"/>
                  <a:pt x="334629" y="293489"/>
                  <a:pt x="406400" y="233680"/>
                </a:cubicBezTo>
                <a:cubicBezTo>
                  <a:pt x="426720" y="216747"/>
                  <a:pt x="447590" y="200453"/>
                  <a:pt x="467360" y="182880"/>
                </a:cubicBezTo>
                <a:cubicBezTo>
                  <a:pt x="478099" y="173334"/>
                  <a:pt x="487027" y="161862"/>
                  <a:pt x="497840" y="152400"/>
                </a:cubicBezTo>
                <a:cubicBezTo>
                  <a:pt x="583087" y="77808"/>
                  <a:pt x="511512" y="138786"/>
                  <a:pt x="599440" y="91440"/>
                </a:cubicBezTo>
                <a:cubicBezTo>
                  <a:pt x="627571" y="76293"/>
                  <a:pt x="652143" y="54928"/>
                  <a:pt x="680720" y="40640"/>
                </a:cubicBezTo>
                <a:cubicBezTo>
                  <a:pt x="713345" y="24328"/>
                  <a:pt x="782320" y="0"/>
                  <a:pt x="78232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1074D84-5040-89C6-FBC2-AD2CE597275C}"/>
              </a:ext>
            </a:extLst>
          </p:cNvPr>
          <p:cNvSpPr/>
          <p:nvPr/>
        </p:nvSpPr>
        <p:spPr>
          <a:xfrm>
            <a:off x="4098439" y="1861767"/>
            <a:ext cx="416560" cy="812800"/>
          </a:xfrm>
          <a:custGeom>
            <a:avLst/>
            <a:gdLst>
              <a:gd name="connsiteX0" fmla="*/ 0 w 416560"/>
              <a:gd name="connsiteY0" fmla="*/ 0 h 812800"/>
              <a:gd name="connsiteX1" fmla="*/ 162560 w 416560"/>
              <a:gd name="connsiteY1" fmla="*/ 243840 h 812800"/>
              <a:gd name="connsiteX2" fmla="*/ 193040 w 416560"/>
              <a:gd name="connsiteY2" fmla="*/ 284480 h 812800"/>
              <a:gd name="connsiteX3" fmla="*/ 355600 w 416560"/>
              <a:gd name="connsiteY3" fmla="*/ 721360 h 812800"/>
              <a:gd name="connsiteX4" fmla="*/ 416560 w 416560"/>
              <a:gd name="connsiteY4" fmla="*/ 8128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" h="812800">
                <a:moveTo>
                  <a:pt x="0" y="0"/>
                </a:moveTo>
                <a:cubicBezTo>
                  <a:pt x="54187" y="81280"/>
                  <a:pt x="107709" y="163007"/>
                  <a:pt x="162560" y="243840"/>
                </a:cubicBezTo>
                <a:cubicBezTo>
                  <a:pt x="172068" y="257852"/>
                  <a:pt x="186694" y="268781"/>
                  <a:pt x="193040" y="284480"/>
                </a:cubicBezTo>
                <a:cubicBezTo>
                  <a:pt x="251275" y="428535"/>
                  <a:pt x="269410" y="592075"/>
                  <a:pt x="355600" y="721360"/>
                </a:cubicBezTo>
                <a:lnTo>
                  <a:pt x="416560" y="81280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760057-92E2-FF5F-8F16-B96EE7818F75}"/>
              </a:ext>
            </a:extLst>
          </p:cNvPr>
          <p:cNvSpPr/>
          <p:nvPr/>
        </p:nvSpPr>
        <p:spPr>
          <a:xfrm>
            <a:off x="4500880" y="1127760"/>
            <a:ext cx="751840" cy="87162"/>
          </a:xfrm>
          <a:custGeom>
            <a:avLst/>
            <a:gdLst>
              <a:gd name="connsiteX0" fmla="*/ 0 w 751840"/>
              <a:gd name="connsiteY0" fmla="*/ 0 h 87162"/>
              <a:gd name="connsiteX1" fmla="*/ 50800 w 751840"/>
              <a:gd name="connsiteY1" fmla="*/ 40640 h 87162"/>
              <a:gd name="connsiteX2" fmla="*/ 751840 w 751840"/>
              <a:gd name="connsiteY2" fmla="*/ 71120 h 8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87162">
                <a:moveTo>
                  <a:pt x="0" y="0"/>
                </a:moveTo>
                <a:cubicBezTo>
                  <a:pt x="16933" y="13547"/>
                  <a:pt x="30933" y="31948"/>
                  <a:pt x="50800" y="40640"/>
                </a:cubicBezTo>
                <a:cubicBezTo>
                  <a:pt x="238602" y="122803"/>
                  <a:pt x="701128" y="71120"/>
                  <a:pt x="751840" y="711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780F47B-8FEA-9DE2-9906-5D7104D77557}"/>
              </a:ext>
            </a:extLst>
          </p:cNvPr>
          <p:cNvSpPr/>
          <p:nvPr/>
        </p:nvSpPr>
        <p:spPr>
          <a:xfrm>
            <a:off x="5994400" y="1991360"/>
            <a:ext cx="386080" cy="721360"/>
          </a:xfrm>
          <a:custGeom>
            <a:avLst/>
            <a:gdLst>
              <a:gd name="connsiteX0" fmla="*/ 0 w 386080"/>
              <a:gd name="connsiteY0" fmla="*/ 721360 h 721360"/>
              <a:gd name="connsiteX1" fmla="*/ 152400 w 386080"/>
              <a:gd name="connsiteY1" fmla="*/ 508000 h 721360"/>
              <a:gd name="connsiteX2" fmla="*/ 264160 w 386080"/>
              <a:gd name="connsiteY2" fmla="*/ 355600 h 721360"/>
              <a:gd name="connsiteX3" fmla="*/ 304800 w 386080"/>
              <a:gd name="connsiteY3" fmla="*/ 294640 h 721360"/>
              <a:gd name="connsiteX4" fmla="*/ 314960 w 386080"/>
              <a:gd name="connsiteY4" fmla="*/ 254000 h 721360"/>
              <a:gd name="connsiteX5" fmla="*/ 355600 w 386080"/>
              <a:gd name="connsiteY5" fmla="*/ 142240 h 721360"/>
              <a:gd name="connsiteX6" fmla="*/ 365760 w 386080"/>
              <a:gd name="connsiteY6" fmla="*/ 81280 h 721360"/>
              <a:gd name="connsiteX7" fmla="*/ 386080 w 386080"/>
              <a:gd name="connsiteY7" fmla="*/ 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080" h="721360">
                <a:moveTo>
                  <a:pt x="0" y="721360"/>
                </a:moveTo>
                <a:cubicBezTo>
                  <a:pt x="120026" y="601334"/>
                  <a:pt x="10767" y="720450"/>
                  <a:pt x="152400" y="508000"/>
                </a:cubicBezTo>
                <a:cubicBezTo>
                  <a:pt x="187344" y="455584"/>
                  <a:pt x="227545" y="406862"/>
                  <a:pt x="264160" y="355600"/>
                </a:cubicBezTo>
                <a:cubicBezTo>
                  <a:pt x="278355" y="335727"/>
                  <a:pt x="291253" y="314960"/>
                  <a:pt x="304800" y="294640"/>
                </a:cubicBezTo>
                <a:cubicBezTo>
                  <a:pt x="308187" y="281093"/>
                  <a:pt x="310948" y="267375"/>
                  <a:pt x="314960" y="254000"/>
                </a:cubicBezTo>
                <a:cubicBezTo>
                  <a:pt x="330612" y="201825"/>
                  <a:pt x="336210" y="190715"/>
                  <a:pt x="355600" y="142240"/>
                </a:cubicBezTo>
                <a:cubicBezTo>
                  <a:pt x="358987" y="121920"/>
                  <a:pt x="361444" y="101423"/>
                  <a:pt x="365760" y="81280"/>
                </a:cubicBezTo>
                <a:cubicBezTo>
                  <a:pt x="371612" y="53973"/>
                  <a:pt x="386080" y="0"/>
                  <a:pt x="38608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616A897-0A02-38AC-F69F-13A79FAA2803}"/>
              </a:ext>
            </a:extLst>
          </p:cNvPr>
          <p:cNvSpPr/>
          <p:nvPr/>
        </p:nvSpPr>
        <p:spPr>
          <a:xfrm>
            <a:off x="7721600" y="1198880"/>
            <a:ext cx="701040" cy="121920"/>
          </a:xfrm>
          <a:custGeom>
            <a:avLst/>
            <a:gdLst>
              <a:gd name="connsiteX0" fmla="*/ 0 w 701040"/>
              <a:gd name="connsiteY0" fmla="*/ 0 h 121920"/>
              <a:gd name="connsiteX1" fmla="*/ 497840 w 701040"/>
              <a:gd name="connsiteY1" fmla="*/ 40640 h 121920"/>
              <a:gd name="connsiteX2" fmla="*/ 528320 w 701040"/>
              <a:gd name="connsiteY2" fmla="*/ 60960 h 121920"/>
              <a:gd name="connsiteX3" fmla="*/ 589280 w 701040"/>
              <a:gd name="connsiteY3" fmla="*/ 81280 h 121920"/>
              <a:gd name="connsiteX4" fmla="*/ 650240 w 701040"/>
              <a:gd name="connsiteY4" fmla="*/ 111760 h 121920"/>
              <a:gd name="connsiteX5" fmla="*/ 701040 w 701040"/>
              <a:gd name="connsiteY5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" h="121920">
                <a:moveTo>
                  <a:pt x="0" y="0"/>
                </a:moveTo>
                <a:cubicBezTo>
                  <a:pt x="183352" y="110011"/>
                  <a:pt x="-4726" y="8561"/>
                  <a:pt x="497840" y="40640"/>
                </a:cubicBezTo>
                <a:cubicBezTo>
                  <a:pt x="510026" y="41418"/>
                  <a:pt x="517162" y="56001"/>
                  <a:pt x="528320" y="60960"/>
                </a:cubicBezTo>
                <a:cubicBezTo>
                  <a:pt x="547893" y="69659"/>
                  <a:pt x="569508" y="73042"/>
                  <a:pt x="589280" y="81280"/>
                </a:cubicBezTo>
                <a:cubicBezTo>
                  <a:pt x="610251" y="90018"/>
                  <a:pt x="628889" y="103996"/>
                  <a:pt x="650240" y="111760"/>
                </a:cubicBezTo>
                <a:cubicBezTo>
                  <a:pt x="666469" y="117661"/>
                  <a:pt x="701040" y="121920"/>
                  <a:pt x="701040" y="1219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4AF786B-3786-240C-9323-17171DF2BD0D}"/>
              </a:ext>
            </a:extLst>
          </p:cNvPr>
          <p:cNvSpPr/>
          <p:nvPr/>
        </p:nvSpPr>
        <p:spPr>
          <a:xfrm>
            <a:off x="7376160" y="1849120"/>
            <a:ext cx="619760" cy="1188720"/>
          </a:xfrm>
          <a:custGeom>
            <a:avLst/>
            <a:gdLst>
              <a:gd name="connsiteX0" fmla="*/ 0 w 619760"/>
              <a:gd name="connsiteY0" fmla="*/ 0 h 1188720"/>
              <a:gd name="connsiteX1" fmla="*/ 50800 w 619760"/>
              <a:gd name="connsiteY1" fmla="*/ 50800 h 1188720"/>
              <a:gd name="connsiteX2" fmla="*/ 467360 w 619760"/>
              <a:gd name="connsiteY2" fmla="*/ 883920 h 1188720"/>
              <a:gd name="connsiteX3" fmla="*/ 579120 w 619760"/>
              <a:gd name="connsiteY3" fmla="*/ 1107440 h 1188720"/>
              <a:gd name="connsiteX4" fmla="*/ 619760 w 61976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0" h="1188720">
                <a:moveTo>
                  <a:pt x="0" y="0"/>
                </a:moveTo>
                <a:cubicBezTo>
                  <a:pt x="16933" y="16933"/>
                  <a:pt x="39531" y="29670"/>
                  <a:pt x="50800" y="50800"/>
                </a:cubicBezTo>
                <a:cubicBezTo>
                  <a:pt x="446825" y="793347"/>
                  <a:pt x="30684" y="119737"/>
                  <a:pt x="467360" y="883920"/>
                </a:cubicBezTo>
                <a:cubicBezTo>
                  <a:pt x="629634" y="1167899"/>
                  <a:pt x="494156" y="913237"/>
                  <a:pt x="579120" y="1107440"/>
                </a:cubicBezTo>
                <a:cubicBezTo>
                  <a:pt x="591261" y="1135192"/>
                  <a:pt x="619760" y="1188720"/>
                  <a:pt x="619760" y="1188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FD30110-0E6E-AF5C-85B9-AD3AAD4DB32A}"/>
              </a:ext>
            </a:extLst>
          </p:cNvPr>
          <p:cNvSpPr/>
          <p:nvPr/>
        </p:nvSpPr>
        <p:spPr>
          <a:xfrm>
            <a:off x="8900160" y="2548907"/>
            <a:ext cx="1046480" cy="519413"/>
          </a:xfrm>
          <a:custGeom>
            <a:avLst/>
            <a:gdLst>
              <a:gd name="connsiteX0" fmla="*/ 0 w 1046480"/>
              <a:gd name="connsiteY0" fmla="*/ 519413 h 519413"/>
              <a:gd name="connsiteX1" fmla="*/ 172720 w 1046480"/>
              <a:gd name="connsiteY1" fmla="*/ 367013 h 519413"/>
              <a:gd name="connsiteX2" fmla="*/ 325120 w 1046480"/>
              <a:gd name="connsiteY2" fmla="*/ 234933 h 519413"/>
              <a:gd name="connsiteX3" fmla="*/ 802640 w 1046480"/>
              <a:gd name="connsiteY3" fmla="*/ 11413 h 519413"/>
              <a:gd name="connsiteX4" fmla="*/ 843280 w 1046480"/>
              <a:gd name="connsiteY4" fmla="*/ 1253 h 519413"/>
              <a:gd name="connsiteX5" fmla="*/ 1046480 w 1046480"/>
              <a:gd name="connsiteY5" fmla="*/ 1253 h 51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480" h="519413">
                <a:moveTo>
                  <a:pt x="0" y="519413"/>
                </a:moveTo>
                <a:cubicBezTo>
                  <a:pt x="115171" y="473345"/>
                  <a:pt x="9716" y="523980"/>
                  <a:pt x="172720" y="367013"/>
                </a:cubicBezTo>
                <a:cubicBezTo>
                  <a:pt x="221142" y="320384"/>
                  <a:pt x="266580" y="267980"/>
                  <a:pt x="325120" y="234933"/>
                </a:cubicBezTo>
                <a:cubicBezTo>
                  <a:pt x="478166" y="148536"/>
                  <a:pt x="632139" y="54038"/>
                  <a:pt x="802640" y="11413"/>
                </a:cubicBezTo>
                <a:cubicBezTo>
                  <a:pt x="816187" y="8026"/>
                  <a:pt x="829329" y="1834"/>
                  <a:pt x="843280" y="1253"/>
                </a:cubicBezTo>
                <a:cubicBezTo>
                  <a:pt x="910955" y="-1567"/>
                  <a:pt x="978747" y="1253"/>
                  <a:pt x="1046480" y="125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D3801E-7811-5171-C9C6-DDBADD9F65D4}"/>
              </a:ext>
            </a:extLst>
          </p:cNvPr>
          <p:cNvSpPr/>
          <p:nvPr/>
        </p:nvSpPr>
        <p:spPr>
          <a:xfrm>
            <a:off x="10251440" y="1016000"/>
            <a:ext cx="975360" cy="944880"/>
          </a:xfrm>
          <a:custGeom>
            <a:avLst/>
            <a:gdLst>
              <a:gd name="connsiteX0" fmla="*/ 0 w 975360"/>
              <a:gd name="connsiteY0" fmla="*/ 0 h 944880"/>
              <a:gd name="connsiteX1" fmla="*/ 375920 w 975360"/>
              <a:gd name="connsiteY1" fmla="*/ 172720 h 944880"/>
              <a:gd name="connsiteX2" fmla="*/ 670560 w 975360"/>
              <a:gd name="connsiteY2" fmla="*/ 335280 h 944880"/>
              <a:gd name="connsiteX3" fmla="*/ 751840 w 975360"/>
              <a:gd name="connsiteY3" fmla="*/ 497840 h 944880"/>
              <a:gd name="connsiteX4" fmla="*/ 863600 w 975360"/>
              <a:gd name="connsiteY4" fmla="*/ 680720 h 944880"/>
              <a:gd name="connsiteX5" fmla="*/ 894080 w 975360"/>
              <a:gd name="connsiteY5" fmla="*/ 741680 h 944880"/>
              <a:gd name="connsiteX6" fmla="*/ 975360 w 975360"/>
              <a:gd name="connsiteY6" fmla="*/ 9448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5360" h="944880">
                <a:moveTo>
                  <a:pt x="0" y="0"/>
                </a:moveTo>
                <a:cubicBezTo>
                  <a:pt x="117703" y="147129"/>
                  <a:pt x="5045" y="24370"/>
                  <a:pt x="375920" y="172720"/>
                </a:cubicBezTo>
                <a:cubicBezTo>
                  <a:pt x="535416" y="236518"/>
                  <a:pt x="539772" y="248088"/>
                  <a:pt x="670560" y="335280"/>
                </a:cubicBezTo>
                <a:cubicBezTo>
                  <a:pt x="697653" y="389467"/>
                  <a:pt x="718235" y="447432"/>
                  <a:pt x="751840" y="497840"/>
                </a:cubicBezTo>
                <a:cubicBezTo>
                  <a:pt x="806206" y="579389"/>
                  <a:pt x="804010" y="573459"/>
                  <a:pt x="863600" y="680720"/>
                </a:cubicBezTo>
                <a:cubicBezTo>
                  <a:pt x="874633" y="700579"/>
                  <a:pt x="885801" y="720524"/>
                  <a:pt x="894080" y="741680"/>
                </a:cubicBezTo>
                <a:cubicBezTo>
                  <a:pt x="976216" y="951582"/>
                  <a:pt x="917751" y="858467"/>
                  <a:pt x="975360" y="944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57B220D-4519-7A18-5F1B-37298A9A3B1F}"/>
              </a:ext>
            </a:extLst>
          </p:cNvPr>
          <p:cNvSpPr/>
          <p:nvPr/>
        </p:nvSpPr>
        <p:spPr>
          <a:xfrm>
            <a:off x="2763520" y="4155440"/>
            <a:ext cx="1117600" cy="182880"/>
          </a:xfrm>
          <a:custGeom>
            <a:avLst/>
            <a:gdLst>
              <a:gd name="connsiteX0" fmla="*/ 0 w 1117600"/>
              <a:gd name="connsiteY0" fmla="*/ 0 h 182880"/>
              <a:gd name="connsiteX1" fmla="*/ 264160 w 1117600"/>
              <a:gd name="connsiteY1" fmla="*/ 71120 h 182880"/>
              <a:gd name="connsiteX2" fmla="*/ 406400 w 1117600"/>
              <a:gd name="connsiteY2" fmla="*/ 91440 h 182880"/>
              <a:gd name="connsiteX3" fmla="*/ 995680 w 1117600"/>
              <a:gd name="connsiteY3" fmla="*/ 152400 h 182880"/>
              <a:gd name="connsiteX4" fmla="*/ 1087120 w 1117600"/>
              <a:gd name="connsiteY4" fmla="*/ 172720 h 182880"/>
              <a:gd name="connsiteX5" fmla="*/ 1117600 w 1117600"/>
              <a:gd name="connsiteY5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7600" h="182880">
                <a:moveTo>
                  <a:pt x="0" y="0"/>
                </a:moveTo>
                <a:cubicBezTo>
                  <a:pt x="88053" y="23707"/>
                  <a:pt x="175195" y="51103"/>
                  <a:pt x="264160" y="71120"/>
                </a:cubicBezTo>
                <a:cubicBezTo>
                  <a:pt x="310887" y="81633"/>
                  <a:pt x="359079" y="84046"/>
                  <a:pt x="406400" y="91440"/>
                </a:cubicBezTo>
                <a:cubicBezTo>
                  <a:pt x="763904" y="147300"/>
                  <a:pt x="438352" y="110600"/>
                  <a:pt x="995680" y="152400"/>
                </a:cubicBezTo>
                <a:cubicBezTo>
                  <a:pt x="1030598" y="159384"/>
                  <a:pt x="1053641" y="163154"/>
                  <a:pt x="1087120" y="172720"/>
                </a:cubicBezTo>
                <a:cubicBezTo>
                  <a:pt x="1097418" y="175662"/>
                  <a:pt x="1107440" y="179493"/>
                  <a:pt x="1117600" y="182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6E1C93-E80D-A398-81F1-6852C730561F}"/>
              </a:ext>
            </a:extLst>
          </p:cNvPr>
          <p:cNvSpPr/>
          <p:nvPr/>
        </p:nvSpPr>
        <p:spPr>
          <a:xfrm>
            <a:off x="1621924" y="4998720"/>
            <a:ext cx="796156" cy="894208"/>
          </a:xfrm>
          <a:custGeom>
            <a:avLst/>
            <a:gdLst>
              <a:gd name="connsiteX0" fmla="*/ 54476 w 796156"/>
              <a:gd name="connsiteY0" fmla="*/ 0 h 894208"/>
              <a:gd name="connsiteX1" fmla="*/ 3676 w 796156"/>
              <a:gd name="connsiteY1" fmla="*/ 30480 h 894208"/>
              <a:gd name="connsiteX2" fmla="*/ 105276 w 796156"/>
              <a:gd name="connsiteY2" fmla="*/ 406400 h 894208"/>
              <a:gd name="connsiteX3" fmla="*/ 227196 w 796156"/>
              <a:gd name="connsiteY3" fmla="*/ 528320 h 894208"/>
              <a:gd name="connsiteX4" fmla="*/ 511676 w 796156"/>
              <a:gd name="connsiteY4" fmla="*/ 751840 h 894208"/>
              <a:gd name="connsiteX5" fmla="*/ 633596 w 796156"/>
              <a:gd name="connsiteY5" fmla="*/ 812800 h 894208"/>
              <a:gd name="connsiteX6" fmla="*/ 694556 w 796156"/>
              <a:gd name="connsiteY6" fmla="*/ 863600 h 894208"/>
              <a:gd name="connsiteX7" fmla="*/ 735196 w 796156"/>
              <a:gd name="connsiteY7" fmla="*/ 873760 h 894208"/>
              <a:gd name="connsiteX8" fmla="*/ 796156 w 796156"/>
              <a:gd name="connsiteY8" fmla="*/ 894080 h 89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156" h="894208">
                <a:moveTo>
                  <a:pt x="54476" y="0"/>
                </a:moveTo>
                <a:cubicBezTo>
                  <a:pt x="37543" y="10160"/>
                  <a:pt x="6125" y="10885"/>
                  <a:pt x="3676" y="30480"/>
                </a:cubicBezTo>
                <a:cubicBezTo>
                  <a:pt x="-13033" y="164152"/>
                  <a:pt x="28318" y="298658"/>
                  <a:pt x="105276" y="406400"/>
                </a:cubicBezTo>
                <a:cubicBezTo>
                  <a:pt x="138682" y="453168"/>
                  <a:pt x="185528" y="488735"/>
                  <a:pt x="227196" y="528320"/>
                </a:cubicBezTo>
                <a:cubicBezTo>
                  <a:pt x="293223" y="591046"/>
                  <a:pt x="465399" y="728702"/>
                  <a:pt x="511676" y="751840"/>
                </a:cubicBezTo>
                <a:cubicBezTo>
                  <a:pt x="552316" y="772160"/>
                  <a:pt x="594826" y="789107"/>
                  <a:pt x="633596" y="812800"/>
                </a:cubicBezTo>
                <a:cubicBezTo>
                  <a:pt x="656166" y="826593"/>
                  <a:pt x="671875" y="849991"/>
                  <a:pt x="694556" y="863600"/>
                </a:cubicBezTo>
                <a:cubicBezTo>
                  <a:pt x="706530" y="870784"/>
                  <a:pt x="722121" y="868857"/>
                  <a:pt x="735196" y="873760"/>
                </a:cubicBezTo>
                <a:cubicBezTo>
                  <a:pt x="797460" y="897109"/>
                  <a:pt x="753729" y="894080"/>
                  <a:pt x="796156" y="8940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2810203-608D-80BF-4906-F5936F2282F7}"/>
              </a:ext>
            </a:extLst>
          </p:cNvPr>
          <p:cNvSpPr/>
          <p:nvPr/>
        </p:nvSpPr>
        <p:spPr>
          <a:xfrm>
            <a:off x="4450080" y="5699716"/>
            <a:ext cx="2367280" cy="52032"/>
          </a:xfrm>
          <a:custGeom>
            <a:avLst/>
            <a:gdLst>
              <a:gd name="connsiteX0" fmla="*/ 0 w 2367280"/>
              <a:gd name="connsiteY0" fmla="*/ 10204 h 52032"/>
              <a:gd name="connsiteX1" fmla="*/ 193040 w 2367280"/>
              <a:gd name="connsiteY1" fmla="*/ 30524 h 52032"/>
              <a:gd name="connsiteX2" fmla="*/ 650240 w 2367280"/>
              <a:gd name="connsiteY2" fmla="*/ 40684 h 52032"/>
              <a:gd name="connsiteX3" fmla="*/ 2367280 w 2367280"/>
              <a:gd name="connsiteY3" fmla="*/ 50844 h 5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7280" h="52032">
                <a:moveTo>
                  <a:pt x="0" y="10204"/>
                </a:moveTo>
                <a:cubicBezTo>
                  <a:pt x="129347" y="-15665"/>
                  <a:pt x="-53130" y="13835"/>
                  <a:pt x="193040" y="30524"/>
                </a:cubicBezTo>
                <a:cubicBezTo>
                  <a:pt x="345128" y="40835"/>
                  <a:pt x="497831" y="37753"/>
                  <a:pt x="650240" y="40684"/>
                </a:cubicBezTo>
                <a:cubicBezTo>
                  <a:pt x="1506847" y="57157"/>
                  <a:pt x="1264797" y="50844"/>
                  <a:pt x="2367280" y="50844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45D7F5E-D8C0-1E8B-3207-F964BCE0E130}"/>
              </a:ext>
            </a:extLst>
          </p:cNvPr>
          <p:cNvSpPr/>
          <p:nvPr/>
        </p:nvSpPr>
        <p:spPr>
          <a:xfrm>
            <a:off x="8676640" y="5913120"/>
            <a:ext cx="1544320" cy="95127"/>
          </a:xfrm>
          <a:custGeom>
            <a:avLst/>
            <a:gdLst>
              <a:gd name="connsiteX0" fmla="*/ 0 w 1544320"/>
              <a:gd name="connsiteY0" fmla="*/ 0 h 95127"/>
              <a:gd name="connsiteX1" fmla="*/ 71120 w 1544320"/>
              <a:gd name="connsiteY1" fmla="*/ 20320 h 95127"/>
              <a:gd name="connsiteX2" fmla="*/ 1544320 w 1544320"/>
              <a:gd name="connsiteY2" fmla="*/ 60960 h 9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320" h="95127">
                <a:moveTo>
                  <a:pt x="0" y="0"/>
                </a:moveTo>
                <a:cubicBezTo>
                  <a:pt x="23707" y="6773"/>
                  <a:pt x="47201" y="14340"/>
                  <a:pt x="71120" y="20320"/>
                </a:cubicBezTo>
                <a:cubicBezTo>
                  <a:pt x="630828" y="160247"/>
                  <a:pt x="441085" y="60960"/>
                  <a:pt x="1544320" y="6096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68B6621-5775-7146-CFCF-5A972F9C15B3}"/>
              </a:ext>
            </a:extLst>
          </p:cNvPr>
          <p:cNvSpPr/>
          <p:nvPr/>
        </p:nvSpPr>
        <p:spPr>
          <a:xfrm>
            <a:off x="9307991" y="3749563"/>
            <a:ext cx="975360" cy="1321004"/>
          </a:xfrm>
          <a:custGeom>
            <a:avLst/>
            <a:gdLst>
              <a:gd name="connsiteX0" fmla="*/ 0 w 975360"/>
              <a:gd name="connsiteY0" fmla="*/ 0 h 1321004"/>
              <a:gd name="connsiteX1" fmla="*/ 355600 w 975360"/>
              <a:gd name="connsiteY1" fmla="*/ 213360 h 1321004"/>
              <a:gd name="connsiteX2" fmla="*/ 568960 w 975360"/>
              <a:gd name="connsiteY2" fmla="*/ 467360 h 1321004"/>
              <a:gd name="connsiteX3" fmla="*/ 650240 w 975360"/>
              <a:gd name="connsiteY3" fmla="*/ 589280 h 1321004"/>
              <a:gd name="connsiteX4" fmla="*/ 711200 w 975360"/>
              <a:gd name="connsiteY4" fmla="*/ 721360 h 1321004"/>
              <a:gd name="connsiteX5" fmla="*/ 822960 w 975360"/>
              <a:gd name="connsiteY5" fmla="*/ 924560 h 1321004"/>
              <a:gd name="connsiteX6" fmla="*/ 894080 w 975360"/>
              <a:gd name="connsiteY6" fmla="*/ 1148080 h 1321004"/>
              <a:gd name="connsiteX7" fmla="*/ 934720 w 975360"/>
              <a:gd name="connsiteY7" fmla="*/ 1270000 h 1321004"/>
              <a:gd name="connsiteX8" fmla="*/ 975360 w 975360"/>
              <a:gd name="connsiteY8" fmla="*/ 1320800 h 132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360" h="1321004">
                <a:moveTo>
                  <a:pt x="0" y="0"/>
                </a:moveTo>
                <a:cubicBezTo>
                  <a:pt x="184567" y="23071"/>
                  <a:pt x="99468" y="-1076"/>
                  <a:pt x="355600" y="213360"/>
                </a:cubicBezTo>
                <a:cubicBezTo>
                  <a:pt x="549542" y="375730"/>
                  <a:pt x="477884" y="320237"/>
                  <a:pt x="568960" y="467360"/>
                </a:cubicBezTo>
                <a:cubicBezTo>
                  <a:pt x="594669" y="508890"/>
                  <a:pt x="626375" y="546664"/>
                  <a:pt x="650240" y="589280"/>
                </a:cubicBezTo>
                <a:cubicBezTo>
                  <a:pt x="673932" y="631588"/>
                  <a:pt x="688994" y="678254"/>
                  <a:pt x="711200" y="721360"/>
                </a:cubicBezTo>
                <a:cubicBezTo>
                  <a:pt x="746601" y="790080"/>
                  <a:pt x="789290" y="854976"/>
                  <a:pt x="822960" y="924560"/>
                </a:cubicBezTo>
                <a:cubicBezTo>
                  <a:pt x="859742" y="1000577"/>
                  <a:pt x="869782" y="1068245"/>
                  <a:pt x="894080" y="1148080"/>
                </a:cubicBezTo>
                <a:cubicBezTo>
                  <a:pt x="906553" y="1189062"/>
                  <a:pt x="920463" y="1229604"/>
                  <a:pt x="934720" y="1270000"/>
                </a:cubicBezTo>
                <a:cubicBezTo>
                  <a:pt x="954869" y="1327089"/>
                  <a:pt x="937800" y="1320800"/>
                  <a:pt x="975360" y="132080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0FF8969-C1C1-7503-1D61-C5E2300DF0D0}"/>
              </a:ext>
            </a:extLst>
          </p:cNvPr>
          <p:cNvSpPr/>
          <p:nvPr/>
        </p:nvSpPr>
        <p:spPr>
          <a:xfrm>
            <a:off x="5902960" y="3383280"/>
            <a:ext cx="1351280" cy="173894"/>
          </a:xfrm>
          <a:custGeom>
            <a:avLst/>
            <a:gdLst>
              <a:gd name="connsiteX0" fmla="*/ 0 w 1351280"/>
              <a:gd name="connsiteY0" fmla="*/ 0 h 173894"/>
              <a:gd name="connsiteX1" fmla="*/ 60960 w 1351280"/>
              <a:gd name="connsiteY1" fmla="*/ 40640 h 173894"/>
              <a:gd name="connsiteX2" fmla="*/ 426720 w 1351280"/>
              <a:gd name="connsiteY2" fmla="*/ 162560 h 173894"/>
              <a:gd name="connsiteX3" fmla="*/ 629920 w 1351280"/>
              <a:gd name="connsiteY3" fmla="*/ 172720 h 173894"/>
              <a:gd name="connsiteX4" fmla="*/ 1351280 w 1351280"/>
              <a:gd name="connsiteY4" fmla="*/ 172720 h 1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1280" h="173894">
                <a:moveTo>
                  <a:pt x="0" y="0"/>
                </a:moveTo>
                <a:cubicBezTo>
                  <a:pt x="20320" y="13547"/>
                  <a:pt x="39117" y="29718"/>
                  <a:pt x="60960" y="40640"/>
                </a:cubicBezTo>
                <a:cubicBezTo>
                  <a:pt x="199542" y="109931"/>
                  <a:pt x="273605" y="142413"/>
                  <a:pt x="426720" y="162560"/>
                </a:cubicBezTo>
                <a:cubicBezTo>
                  <a:pt x="493958" y="171407"/>
                  <a:pt x="562106" y="171975"/>
                  <a:pt x="629920" y="172720"/>
                </a:cubicBezTo>
                <a:cubicBezTo>
                  <a:pt x="870359" y="175362"/>
                  <a:pt x="1110827" y="172720"/>
                  <a:pt x="1351280" y="172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E88EEA-E620-904E-CD95-5396DD3AD9F7}"/>
              </a:ext>
            </a:extLst>
          </p:cNvPr>
          <p:cNvSpPr/>
          <p:nvPr/>
        </p:nvSpPr>
        <p:spPr>
          <a:xfrm>
            <a:off x="6045200" y="4175760"/>
            <a:ext cx="1026178" cy="356998"/>
          </a:xfrm>
          <a:custGeom>
            <a:avLst/>
            <a:gdLst>
              <a:gd name="connsiteX0" fmla="*/ 0 w 1026178"/>
              <a:gd name="connsiteY0" fmla="*/ 355600 h 356998"/>
              <a:gd name="connsiteX1" fmla="*/ 335280 w 1026178"/>
              <a:gd name="connsiteY1" fmla="*/ 345440 h 356998"/>
              <a:gd name="connsiteX2" fmla="*/ 599440 w 1026178"/>
              <a:gd name="connsiteY2" fmla="*/ 243840 h 356998"/>
              <a:gd name="connsiteX3" fmla="*/ 690880 w 1026178"/>
              <a:gd name="connsiteY3" fmla="*/ 172720 h 356998"/>
              <a:gd name="connsiteX4" fmla="*/ 883920 w 1026178"/>
              <a:gd name="connsiteY4" fmla="*/ 81280 h 356998"/>
              <a:gd name="connsiteX5" fmla="*/ 955040 w 1026178"/>
              <a:gd name="connsiteY5" fmla="*/ 40640 h 356998"/>
              <a:gd name="connsiteX6" fmla="*/ 1026160 w 1026178"/>
              <a:gd name="connsiteY6" fmla="*/ 0 h 35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6178" h="356998">
                <a:moveTo>
                  <a:pt x="0" y="355600"/>
                </a:moveTo>
                <a:cubicBezTo>
                  <a:pt x="111760" y="352213"/>
                  <a:pt x="225363" y="365933"/>
                  <a:pt x="335280" y="345440"/>
                </a:cubicBezTo>
                <a:cubicBezTo>
                  <a:pt x="428023" y="328149"/>
                  <a:pt x="599440" y="243840"/>
                  <a:pt x="599440" y="243840"/>
                </a:cubicBezTo>
                <a:cubicBezTo>
                  <a:pt x="629920" y="220133"/>
                  <a:pt x="657354" y="191878"/>
                  <a:pt x="690880" y="172720"/>
                </a:cubicBezTo>
                <a:cubicBezTo>
                  <a:pt x="752699" y="137395"/>
                  <a:pt x="820236" y="113122"/>
                  <a:pt x="883920" y="81280"/>
                </a:cubicBezTo>
                <a:cubicBezTo>
                  <a:pt x="908342" y="69069"/>
                  <a:pt x="930618" y="52851"/>
                  <a:pt x="955040" y="40640"/>
                </a:cubicBezTo>
                <a:cubicBezTo>
                  <a:pt x="1029273" y="3524"/>
                  <a:pt x="1026160" y="36648"/>
                  <a:pt x="102616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81486-132D-F697-A6BA-AD169454F3A4}"/>
              </a:ext>
            </a:extLst>
          </p:cNvPr>
          <p:cNvSpPr txBox="1"/>
          <p:nvPr/>
        </p:nvSpPr>
        <p:spPr>
          <a:xfrm>
            <a:off x="2581883" y="23145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BAB0B-6676-F331-68F3-04DE1CEBA7CC}"/>
              </a:ext>
            </a:extLst>
          </p:cNvPr>
          <p:cNvSpPr txBox="1"/>
          <p:nvPr/>
        </p:nvSpPr>
        <p:spPr>
          <a:xfrm>
            <a:off x="4718622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A4E8A2-A24B-615A-DE62-F5C5659B4A4C}"/>
              </a:ext>
            </a:extLst>
          </p:cNvPr>
          <p:cNvSpPr txBox="1"/>
          <p:nvPr/>
        </p:nvSpPr>
        <p:spPr>
          <a:xfrm>
            <a:off x="3018378" y="375874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73BB84-77D4-2ED1-B2F8-EE072D7D1D84}"/>
              </a:ext>
            </a:extLst>
          </p:cNvPr>
          <p:cNvSpPr txBox="1"/>
          <p:nvPr/>
        </p:nvSpPr>
        <p:spPr>
          <a:xfrm>
            <a:off x="6600564" y="44473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A852A5-C6EC-2F29-FF33-307D5141BD85}"/>
              </a:ext>
            </a:extLst>
          </p:cNvPr>
          <p:cNvSpPr txBox="1"/>
          <p:nvPr/>
        </p:nvSpPr>
        <p:spPr>
          <a:xfrm>
            <a:off x="6426200" y="317665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9F5A48-7C84-B71F-32F2-107A8F3CBEC1}"/>
              </a:ext>
            </a:extLst>
          </p:cNvPr>
          <p:cNvSpPr txBox="1"/>
          <p:nvPr/>
        </p:nvSpPr>
        <p:spPr>
          <a:xfrm>
            <a:off x="1975854" y="518001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1C2797-8A45-0B5A-BF3C-B13AEF0A9636}"/>
              </a:ext>
            </a:extLst>
          </p:cNvPr>
          <p:cNvSpPr txBox="1"/>
          <p:nvPr/>
        </p:nvSpPr>
        <p:spPr>
          <a:xfrm>
            <a:off x="5796280" y="2025127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FEF12-2DF9-197B-DA76-C123AFBB6510}"/>
              </a:ext>
            </a:extLst>
          </p:cNvPr>
          <p:cNvSpPr txBox="1"/>
          <p:nvPr/>
        </p:nvSpPr>
        <p:spPr>
          <a:xfrm>
            <a:off x="10530144" y="1456725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94FA32-7658-C928-6432-B1CD4DFFD5ED}"/>
              </a:ext>
            </a:extLst>
          </p:cNvPr>
          <p:cNvSpPr txBox="1"/>
          <p:nvPr/>
        </p:nvSpPr>
        <p:spPr>
          <a:xfrm>
            <a:off x="4371036" y="20805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ADBCB-FF96-88F8-B824-47977FE31C76}"/>
              </a:ext>
            </a:extLst>
          </p:cNvPr>
          <p:cNvSpPr txBox="1"/>
          <p:nvPr/>
        </p:nvSpPr>
        <p:spPr>
          <a:xfrm>
            <a:off x="9032240" y="55670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4A2793-229D-732B-FACA-CB113FC7B47B}"/>
              </a:ext>
            </a:extLst>
          </p:cNvPr>
          <p:cNvSpPr txBox="1"/>
          <p:nvPr/>
        </p:nvSpPr>
        <p:spPr>
          <a:xfrm>
            <a:off x="9404511" y="41629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16C25-92CF-431F-03C6-717F5265507A}"/>
              </a:ext>
            </a:extLst>
          </p:cNvPr>
          <p:cNvSpPr txBox="1"/>
          <p:nvPr/>
        </p:nvSpPr>
        <p:spPr>
          <a:xfrm>
            <a:off x="5368414" y="534456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8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047077-DA78-22E0-BCE9-370EDE0AC93D}"/>
              </a:ext>
            </a:extLst>
          </p:cNvPr>
          <p:cNvSpPr txBox="1"/>
          <p:nvPr/>
        </p:nvSpPr>
        <p:spPr>
          <a:xfrm>
            <a:off x="9343975" y="27129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9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2779DD-56E7-9410-110D-D90BBF3D9128}"/>
              </a:ext>
            </a:extLst>
          </p:cNvPr>
          <p:cNvSpPr txBox="1"/>
          <p:nvPr/>
        </p:nvSpPr>
        <p:spPr>
          <a:xfrm>
            <a:off x="7930714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10A449-143B-DFF7-079D-755F14311087}"/>
              </a:ext>
            </a:extLst>
          </p:cNvPr>
          <p:cNvSpPr txBox="1"/>
          <p:nvPr/>
        </p:nvSpPr>
        <p:spPr>
          <a:xfrm>
            <a:off x="7787403" y="21254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pic>
        <p:nvPicPr>
          <p:cNvPr id="59" name="Graphic 58" descr="Park with bench and trees">
            <a:extLst>
              <a:ext uri="{FF2B5EF4-FFF2-40B4-BE49-F238E27FC236}">
                <a16:creationId xmlns:a16="http://schemas.microsoft.com/office/drawing/2014/main" id="{306DF2E8-C4FF-67CD-4BAF-A611E96451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515" y="3281011"/>
            <a:ext cx="1909483" cy="107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45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A5D26D1-8F9C-79AB-004D-AD2F937DA264}"/>
              </a:ext>
            </a:extLst>
          </p:cNvPr>
          <p:cNvGrpSpPr/>
          <p:nvPr/>
        </p:nvGrpSpPr>
        <p:grpSpPr>
          <a:xfrm>
            <a:off x="9782822" y="4726828"/>
            <a:ext cx="1574507" cy="1974143"/>
            <a:chOff x="997052" y="1454559"/>
            <a:chExt cx="3295650" cy="5005780"/>
          </a:xfrm>
        </p:grpSpPr>
        <p:pic>
          <p:nvPicPr>
            <p:cNvPr id="10" name="Graphic 9" descr="Woman cycling">
              <a:extLst>
                <a:ext uri="{FF2B5EF4-FFF2-40B4-BE49-F238E27FC236}">
                  <a16:creationId xmlns:a16="http://schemas.microsoft.com/office/drawing/2014/main" id="{B4839691-F31F-4CDE-7694-85AE3385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11" name="Graphic 10" descr="A child with wavy hair">
              <a:extLst>
                <a:ext uri="{FF2B5EF4-FFF2-40B4-BE49-F238E27FC236}">
                  <a16:creationId xmlns:a16="http://schemas.microsoft.com/office/drawing/2014/main" id="{28272C7B-E19A-2A65-9805-970536D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14" name="Graphic 13" descr="Home front yard">
            <a:extLst>
              <a:ext uri="{FF2B5EF4-FFF2-40B4-BE49-F238E27FC236}">
                <a16:creationId xmlns:a16="http://schemas.microsoft.com/office/drawing/2014/main" id="{17CA24FB-B9CE-1D40-E62A-AE6FF43386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9408" y="790630"/>
            <a:ext cx="1745952" cy="982098"/>
          </a:xfrm>
          <a:prstGeom prst="rect">
            <a:avLst/>
          </a:prstGeom>
        </p:spPr>
      </p:pic>
      <p:pic>
        <p:nvPicPr>
          <p:cNvPr id="16" name="Graphic 15" descr="Park with bench and trees">
            <a:extLst>
              <a:ext uri="{FF2B5EF4-FFF2-40B4-BE49-F238E27FC236}">
                <a16:creationId xmlns:a16="http://schemas.microsoft.com/office/drawing/2014/main" id="{929C6448-ED29-9582-3B6C-76ECB71EB7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323" y="2445802"/>
            <a:ext cx="1909483" cy="1074084"/>
          </a:xfrm>
          <a:prstGeom prst="rect">
            <a:avLst/>
          </a:prstGeom>
        </p:spPr>
      </p:pic>
      <p:pic>
        <p:nvPicPr>
          <p:cNvPr id="18" name="Graphic 17" descr="Playground with swing and slide">
            <a:extLst>
              <a:ext uri="{FF2B5EF4-FFF2-40B4-BE49-F238E27FC236}">
                <a16:creationId xmlns:a16="http://schemas.microsoft.com/office/drawing/2014/main" id="{BA76AA08-C7FB-1C31-16E4-6553262E8B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6325" y="3875156"/>
            <a:ext cx="1875712" cy="1055088"/>
          </a:xfrm>
          <a:prstGeom prst="rect">
            <a:avLst/>
          </a:prstGeom>
        </p:spPr>
      </p:pic>
      <p:pic>
        <p:nvPicPr>
          <p:cNvPr id="20" name="Graphic 19" descr="Houses with sidewalk">
            <a:extLst>
              <a:ext uri="{FF2B5EF4-FFF2-40B4-BE49-F238E27FC236}">
                <a16:creationId xmlns:a16="http://schemas.microsoft.com/office/drawing/2014/main" id="{C347DAD0-2AE1-8767-BD13-F3BBE9704A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87761" y="460622"/>
            <a:ext cx="2185685" cy="1229448"/>
          </a:xfrm>
          <a:prstGeom prst="rect">
            <a:avLst/>
          </a:prstGeom>
        </p:spPr>
      </p:pic>
      <p:pic>
        <p:nvPicPr>
          <p:cNvPr id="22" name="Graphic 21" descr="Zen garden with temple">
            <a:extLst>
              <a:ext uri="{FF2B5EF4-FFF2-40B4-BE49-F238E27FC236}">
                <a16:creationId xmlns:a16="http://schemas.microsoft.com/office/drawing/2014/main" id="{BE789E01-1760-6A80-6BC1-95C83AB17C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19110" y="5085273"/>
            <a:ext cx="2075889" cy="1167687"/>
          </a:xfrm>
          <a:prstGeom prst="rect">
            <a:avLst/>
          </a:prstGeom>
        </p:spPr>
      </p:pic>
      <p:pic>
        <p:nvPicPr>
          <p:cNvPr id="23" name="Graphic 22" descr="Home front yard">
            <a:extLst>
              <a:ext uri="{FF2B5EF4-FFF2-40B4-BE49-F238E27FC236}">
                <a16:creationId xmlns:a16="http://schemas.microsoft.com/office/drawing/2014/main" id="{C5372E65-199D-A957-35A7-2A589EA8B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4027" y="5408347"/>
            <a:ext cx="1745952" cy="982098"/>
          </a:xfrm>
          <a:prstGeom prst="rect">
            <a:avLst/>
          </a:prstGeom>
        </p:spPr>
      </p:pic>
      <p:pic>
        <p:nvPicPr>
          <p:cNvPr id="24" name="Graphic 23" descr="Home front yard">
            <a:extLst>
              <a:ext uri="{FF2B5EF4-FFF2-40B4-BE49-F238E27FC236}">
                <a16:creationId xmlns:a16="http://schemas.microsoft.com/office/drawing/2014/main" id="{F861DE57-F791-B701-93A4-CB3F691A51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5380" y="3163482"/>
            <a:ext cx="1745952" cy="982098"/>
          </a:xfrm>
          <a:prstGeom prst="rect">
            <a:avLst/>
          </a:prstGeom>
        </p:spPr>
      </p:pic>
      <p:pic>
        <p:nvPicPr>
          <p:cNvPr id="25" name="Graphic 24" descr="Home front yard">
            <a:extLst>
              <a:ext uri="{FF2B5EF4-FFF2-40B4-BE49-F238E27FC236}">
                <a16:creationId xmlns:a16="http://schemas.microsoft.com/office/drawing/2014/main" id="{AE31DA23-5E4B-47F5-646B-AA7A09807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295" y="2244404"/>
            <a:ext cx="1745952" cy="982098"/>
          </a:xfrm>
          <a:prstGeom prst="rect">
            <a:avLst/>
          </a:prstGeom>
        </p:spPr>
      </p:pic>
      <p:pic>
        <p:nvPicPr>
          <p:cNvPr id="26" name="Graphic 25" descr="Boy wearing backpack">
            <a:extLst>
              <a:ext uri="{FF2B5EF4-FFF2-40B4-BE49-F238E27FC236}">
                <a16:creationId xmlns:a16="http://schemas.microsoft.com/office/drawing/2014/main" id="{8221C455-6565-9E65-9931-1D4ABB29C6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91190" y="4337140"/>
            <a:ext cx="867659" cy="2154784"/>
          </a:xfrm>
          <a:prstGeom prst="rect">
            <a:avLst/>
          </a:prstGeom>
        </p:spPr>
      </p:pic>
      <p:pic>
        <p:nvPicPr>
          <p:cNvPr id="27" name="Graphic 26" descr="Home front yard">
            <a:extLst>
              <a:ext uri="{FF2B5EF4-FFF2-40B4-BE49-F238E27FC236}">
                <a16:creationId xmlns:a16="http://schemas.microsoft.com/office/drawing/2014/main" id="{AF017B9B-D9E9-DAA5-1E0F-22FF54866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9979" y="474627"/>
            <a:ext cx="1745952" cy="982098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CA4BE82-D692-C8A5-A7D6-40A820149E05}"/>
              </a:ext>
            </a:extLst>
          </p:cNvPr>
          <p:cNvSpPr/>
          <p:nvPr/>
        </p:nvSpPr>
        <p:spPr>
          <a:xfrm>
            <a:off x="2225040" y="2011680"/>
            <a:ext cx="782320" cy="650240"/>
          </a:xfrm>
          <a:custGeom>
            <a:avLst/>
            <a:gdLst>
              <a:gd name="connsiteX0" fmla="*/ 0 w 782320"/>
              <a:gd name="connsiteY0" fmla="*/ 650240 h 650240"/>
              <a:gd name="connsiteX1" fmla="*/ 213360 w 782320"/>
              <a:gd name="connsiteY1" fmla="*/ 436880 h 650240"/>
              <a:gd name="connsiteX2" fmla="*/ 406400 w 782320"/>
              <a:gd name="connsiteY2" fmla="*/ 233680 h 650240"/>
              <a:gd name="connsiteX3" fmla="*/ 467360 w 782320"/>
              <a:gd name="connsiteY3" fmla="*/ 182880 h 650240"/>
              <a:gd name="connsiteX4" fmla="*/ 497840 w 782320"/>
              <a:gd name="connsiteY4" fmla="*/ 152400 h 650240"/>
              <a:gd name="connsiteX5" fmla="*/ 599440 w 782320"/>
              <a:gd name="connsiteY5" fmla="*/ 91440 h 650240"/>
              <a:gd name="connsiteX6" fmla="*/ 680720 w 782320"/>
              <a:gd name="connsiteY6" fmla="*/ 40640 h 650240"/>
              <a:gd name="connsiteX7" fmla="*/ 782320 w 782320"/>
              <a:gd name="connsiteY7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320" h="650240">
                <a:moveTo>
                  <a:pt x="0" y="650240"/>
                </a:moveTo>
                <a:cubicBezTo>
                  <a:pt x="102196" y="522495"/>
                  <a:pt x="-19507" y="669747"/>
                  <a:pt x="213360" y="436880"/>
                </a:cubicBezTo>
                <a:cubicBezTo>
                  <a:pt x="279422" y="370818"/>
                  <a:pt x="334629" y="293489"/>
                  <a:pt x="406400" y="233680"/>
                </a:cubicBezTo>
                <a:cubicBezTo>
                  <a:pt x="426720" y="216747"/>
                  <a:pt x="447590" y="200453"/>
                  <a:pt x="467360" y="182880"/>
                </a:cubicBezTo>
                <a:cubicBezTo>
                  <a:pt x="478099" y="173334"/>
                  <a:pt x="487027" y="161862"/>
                  <a:pt x="497840" y="152400"/>
                </a:cubicBezTo>
                <a:cubicBezTo>
                  <a:pt x="583087" y="77808"/>
                  <a:pt x="511512" y="138786"/>
                  <a:pt x="599440" y="91440"/>
                </a:cubicBezTo>
                <a:cubicBezTo>
                  <a:pt x="627571" y="76293"/>
                  <a:pt x="652143" y="54928"/>
                  <a:pt x="680720" y="40640"/>
                </a:cubicBezTo>
                <a:cubicBezTo>
                  <a:pt x="713345" y="24328"/>
                  <a:pt x="782320" y="0"/>
                  <a:pt x="78232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1074D84-5040-89C6-FBC2-AD2CE597275C}"/>
              </a:ext>
            </a:extLst>
          </p:cNvPr>
          <p:cNvSpPr/>
          <p:nvPr/>
        </p:nvSpPr>
        <p:spPr>
          <a:xfrm>
            <a:off x="4098439" y="1861767"/>
            <a:ext cx="416560" cy="812800"/>
          </a:xfrm>
          <a:custGeom>
            <a:avLst/>
            <a:gdLst>
              <a:gd name="connsiteX0" fmla="*/ 0 w 416560"/>
              <a:gd name="connsiteY0" fmla="*/ 0 h 812800"/>
              <a:gd name="connsiteX1" fmla="*/ 162560 w 416560"/>
              <a:gd name="connsiteY1" fmla="*/ 243840 h 812800"/>
              <a:gd name="connsiteX2" fmla="*/ 193040 w 416560"/>
              <a:gd name="connsiteY2" fmla="*/ 284480 h 812800"/>
              <a:gd name="connsiteX3" fmla="*/ 355600 w 416560"/>
              <a:gd name="connsiteY3" fmla="*/ 721360 h 812800"/>
              <a:gd name="connsiteX4" fmla="*/ 416560 w 416560"/>
              <a:gd name="connsiteY4" fmla="*/ 8128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" h="812800">
                <a:moveTo>
                  <a:pt x="0" y="0"/>
                </a:moveTo>
                <a:cubicBezTo>
                  <a:pt x="54187" y="81280"/>
                  <a:pt x="107709" y="163007"/>
                  <a:pt x="162560" y="243840"/>
                </a:cubicBezTo>
                <a:cubicBezTo>
                  <a:pt x="172068" y="257852"/>
                  <a:pt x="186694" y="268781"/>
                  <a:pt x="193040" y="284480"/>
                </a:cubicBezTo>
                <a:cubicBezTo>
                  <a:pt x="251275" y="428535"/>
                  <a:pt x="269410" y="592075"/>
                  <a:pt x="355600" y="721360"/>
                </a:cubicBezTo>
                <a:lnTo>
                  <a:pt x="416560" y="81280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B760057-92E2-FF5F-8F16-B96EE7818F75}"/>
              </a:ext>
            </a:extLst>
          </p:cNvPr>
          <p:cNvSpPr/>
          <p:nvPr/>
        </p:nvSpPr>
        <p:spPr>
          <a:xfrm>
            <a:off x="4500880" y="1127760"/>
            <a:ext cx="751840" cy="87162"/>
          </a:xfrm>
          <a:custGeom>
            <a:avLst/>
            <a:gdLst>
              <a:gd name="connsiteX0" fmla="*/ 0 w 751840"/>
              <a:gd name="connsiteY0" fmla="*/ 0 h 87162"/>
              <a:gd name="connsiteX1" fmla="*/ 50800 w 751840"/>
              <a:gd name="connsiteY1" fmla="*/ 40640 h 87162"/>
              <a:gd name="connsiteX2" fmla="*/ 751840 w 751840"/>
              <a:gd name="connsiteY2" fmla="*/ 71120 h 8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87162">
                <a:moveTo>
                  <a:pt x="0" y="0"/>
                </a:moveTo>
                <a:cubicBezTo>
                  <a:pt x="16933" y="13547"/>
                  <a:pt x="30933" y="31948"/>
                  <a:pt x="50800" y="40640"/>
                </a:cubicBezTo>
                <a:cubicBezTo>
                  <a:pt x="238602" y="122803"/>
                  <a:pt x="701128" y="71120"/>
                  <a:pt x="751840" y="711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780F47B-8FEA-9DE2-9906-5D7104D77557}"/>
              </a:ext>
            </a:extLst>
          </p:cNvPr>
          <p:cNvSpPr/>
          <p:nvPr/>
        </p:nvSpPr>
        <p:spPr>
          <a:xfrm>
            <a:off x="5994400" y="1991360"/>
            <a:ext cx="386080" cy="721360"/>
          </a:xfrm>
          <a:custGeom>
            <a:avLst/>
            <a:gdLst>
              <a:gd name="connsiteX0" fmla="*/ 0 w 386080"/>
              <a:gd name="connsiteY0" fmla="*/ 721360 h 721360"/>
              <a:gd name="connsiteX1" fmla="*/ 152400 w 386080"/>
              <a:gd name="connsiteY1" fmla="*/ 508000 h 721360"/>
              <a:gd name="connsiteX2" fmla="*/ 264160 w 386080"/>
              <a:gd name="connsiteY2" fmla="*/ 355600 h 721360"/>
              <a:gd name="connsiteX3" fmla="*/ 304800 w 386080"/>
              <a:gd name="connsiteY3" fmla="*/ 294640 h 721360"/>
              <a:gd name="connsiteX4" fmla="*/ 314960 w 386080"/>
              <a:gd name="connsiteY4" fmla="*/ 254000 h 721360"/>
              <a:gd name="connsiteX5" fmla="*/ 355600 w 386080"/>
              <a:gd name="connsiteY5" fmla="*/ 142240 h 721360"/>
              <a:gd name="connsiteX6" fmla="*/ 365760 w 386080"/>
              <a:gd name="connsiteY6" fmla="*/ 81280 h 721360"/>
              <a:gd name="connsiteX7" fmla="*/ 386080 w 386080"/>
              <a:gd name="connsiteY7" fmla="*/ 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080" h="721360">
                <a:moveTo>
                  <a:pt x="0" y="721360"/>
                </a:moveTo>
                <a:cubicBezTo>
                  <a:pt x="120026" y="601334"/>
                  <a:pt x="10767" y="720450"/>
                  <a:pt x="152400" y="508000"/>
                </a:cubicBezTo>
                <a:cubicBezTo>
                  <a:pt x="187344" y="455584"/>
                  <a:pt x="227545" y="406862"/>
                  <a:pt x="264160" y="355600"/>
                </a:cubicBezTo>
                <a:cubicBezTo>
                  <a:pt x="278355" y="335727"/>
                  <a:pt x="291253" y="314960"/>
                  <a:pt x="304800" y="294640"/>
                </a:cubicBezTo>
                <a:cubicBezTo>
                  <a:pt x="308187" y="281093"/>
                  <a:pt x="310948" y="267375"/>
                  <a:pt x="314960" y="254000"/>
                </a:cubicBezTo>
                <a:cubicBezTo>
                  <a:pt x="330612" y="201825"/>
                  <a:pt x="336210" y="190715"/>
                  <a:pt x="355600" y="142240"/>
                </a:cubicBezTo>
                <a:cubicBezTo>
                  <a:pt x="358987" y="121920"/>
                  <a:pt x="361444" y="101423"/>
                  <a:pt x="365760" y="81280"/>
                </a:cubicBezTo>
                <a:cubicBezTo>
                  <a:pt x="371612" y="53973"/>
                  <a:pt x="386080" y="0"/>
                  <a:pt x="38608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616A897-0A02-38AC-F69F-13A79FAA2803}"/>
              </a:ext>
            </a:extLst>
          </p:cNvPr>
          <p:cNvSpPr/>
          <p:nvPr/>
        </p:nvSpPr>
        <p:spPr>
          <a:xfrm>
            <a:off x="7721600" y="1198880"/>
            <a:ext cx="701040" cy="121920"/>
          </a:xfrm>
          <a:custGeom>
            <a:avLst/>
            <a:gdLst>
              <a:gd name="connsiteX0" fmla="*/ 0 w 701040"/>
              <a:gd name="connsiteY0" fmla="*/ 0 h 121920"/>
              <a:gd name="connsiteX1" fmla="*/ 497840 w 701040"/>
              <a:gd name="connsiteY1" fmla="*/ 40640 h 121920"/>
              <a:gd name="connsiteX2" fmla="*/ 528320 w 701040"/>
              <a:gd name="connsiteY2" fmla="*/ 60960 h 121920"/>
              <a:gd name="connsiteX3" fmla="*/ 589280 w 701040"/>
              <a:gd name="connsiteY3" fmla="*/ 81280 h 121920"/>
              <a:gd name="connsiteX4" fmla="*/ 650240 w 701040"/>
              <a:gd name="connsiteY4" fmla="*/ 111760 h 121920"/>
              <a:gd name="connsiteX5" fmla="*/ 701040 w 701040"/>
              <a:gd name="connsiteY5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" h="121920">
                <a:moveTo>
                  <a:pt x="0" y="0"/>
                </a:moveTo>
                <a:cubicBezTo>
                  <a:pt x="183352" y="110011"/>
                  <a:pt x="-4726" y="8561"/>
                  <a:pt x="497840" y="40640"/>
                </a:cubicBezTo>
                <a:cubicBezTo>
                  <a:pt x="510026" y="41418"/>
                  <a:pt x="517162" y="56001"/>
                  <a:pt x="528320" y="60960"/>
                </a:cubicBezTo>
                <a:cubicBezTo>
                  <a:pt x="547893" y="69659"/>
                  <a:pt x="569508" y="73042"/>
                  <a:pt x="589280" y="81280"/>
                </a:cubicBezTo>
                <a:cubicBezTo>
                  <a:pt x="610251" y="90018"/>
                  <a:pt x="628889" y="103996"/>
                  <a:pt x="650240" y="111760"/>
                </a:cubicBezTo>
                <a:cubicBezTo>
                  <a:pt x="666469" y="117661"/>
                  <a:pt x="701040" y="121920"/>
                  <a:pt x="701040" y="1219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4AF786B-3786-240C-9323-17171DF2BD0D}"/>
              </a:ext>
            </a:extLst>
          </p:cNvPr>
          <p:cNvSpPr/>
          <p:nvPr/>
        </p:nvSpPr>
        <p:spPr>
          <a:xfrm>
            <a:off x="7376160" y="1849120"/>
            <a:ext cx="619760" cy="1188720"/>
          </a:xfrm>
          <a:custGeom>
            <a:avLst/>
            <a:gdLst>
              <a:gd name="connsiteX0" fmla="*/ 0 w 619760"/>
              <a:gd name="connsiteY0" fmla="*/ 0 h 1188720"/>
              <a:gd name="connsiteX1" fmla="*/ 50800 w 619760"/>
              <a:gd name="connsiteY1" fmla="*/ 50800 h 1188720"/>
              <a:gd name="connsiteX2" fmla="*/ 467360 w 619760"/>
              <a:gd name="connsiteY2" fmla="*/ 883920 h 1188720"/>
              <a:gd name="connsiteX3" fmla="*/ 579120 w 619760"/>
              <a:gd name="connsiteY3" fmla="*/ 1107440 h 1188720"/>
              <a:gd name="connsiteX4" fmla="*/ 619760 w 619760"/>
              <a:gd name="connsiteY4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0" h="1188720">
                <a:moveTo>
                  <a:pt x="0" y="0"/>
                </a:moveTo>
                <a:cubicBezTo>
                  <a:pt x="16933" y="16933"/>
                  <a:pt x="39531" y="29670"/>
                  <a:pt x="50800" y="50800"/>
                </a:cubicBezTo>
                <a:cubicBezTo>
                  <a:pt x="446825" y="793347"/>
                  <a:pt x="30684" y="119737"/>
                  <a:pt x="467360" y="883920"/>
                </a:cubicBezTo>
                <a:cubicBezTo>
                  <a:pt x="629634" y="1167899"/>
                  <a:pt x="494156" y="913237"/>
                  <a:pt x="579120" y="1107440"/>
                </a:cubicBezTo>
                <a:cubicBezTo>
                  <a:pt x="591261" y="1135192"/>
                  <a:pt x="619760" y="1188720"/>
                  <a:pt x="619760" y="1188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FD30110-0E6E-AF5C-85B9-AD3AAD4DB32A}"/>
              </a:ext>
            </a:extLst>
          </p:cNvPr>
          <p:cNvSpPr/>
          <p:nvPr/>
        </p:nvSpPr>
        <p:spPr>
          <a:xfrm>
            <a:off x="8900160" y="2548907"/>
            <a:ext cx="1046480" cy="519413"/>
          </a:xfrm>
          <a:custGeom>
            <a:avLst/>
            <a:gdLst>
              <a:gd name="connsiteX0" fmla="*/ 0 w 1046480"/>
              <a:gd name="connsiteY0" fmla="*/ 519413 h 519413"/>
              <a:gd name="connsiteX1" fmla="*/ 172720 w 1046480"/>
              <a:gd name="connsiteY1" fmla="*/ 367013 h 519413"/>
              <a:gd name="connsiteX2" fmla="*/ 325120 w 1046480"/>
              <a:gd name="connsiteY2" fmla="*/ 234933 h 519413"/>
              <a:gd name="connsiteX3" fmla="*/ 802640 w 1046480"/>
              <a:gd name="connsiteY3" fmla="*/ 11413 h 519413"/>
              <a:gd name="connsiteX4" fmla="*/ 843280 w 1046480"/>
              <a:gd name="connsiteY4" fmla="*/ 1253 h 519413"/>
              <a:gd name="connsiteX5" fmla="*/ 1046480 w 1046480"/>
              <a:gd name="connsiteY5" fmla="*/ 1253 h 519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6480" h="519413">
                <a:moveTo>
                  <a:pt x="0" y="519413"/>
                </a:moveTo>
                <a:cubicBezTo>
                  <a:pt x="115171" y="473345"/>
                  <a:pt x="9716" y="523980"/>
                  <a:pt x="172720" y="367013"/>
                </a:cubicBezTo>
                <a:cubicBezTo>
                  <a:pt x="221142" y="320384"/>
                  <a:pt x="266580" y="267980"/>
                  <a:pt x="325120" y="234933"/>
                </a:cubicBezTo>
                <a:cubicBezTo>
                  <a:pt x="478166" y="148536"/>
                  <a:pt x="632139" y="54038"/>
                  <a:pt x="802640" y="11413"/>
                </a:cubicBezTo>
                <a:cubicBezTo>
                  <a:pt x="816187" y="8026"/>
                  <a:pt x="829329" y="1834"/>
                  <a:pt x="843280" y="1253"/>
                </a:cubicBezTo>
                <a:cubicBezTo>
                  <a:pt x="910955" y="-1567"/>
                  <a:pt x="978747" y="1253"/>
                  <a:pt x="1046480" y="125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D3801E-7811-5171-C9C6-DDBADD9F65D4}"/>
              </a:ext>
            </a:extLst>
          </p:cNvPr>
          <p:cNvSpPr/>
          <p:nvPr/>
        </p:nvSpPr>
        <p:spPr>
          <a:xfrm>
            <a:off x="10251440" y="1016000"/>
            <a:ext cx="975360" cy="944880"/>
          </a:xfrm>
          <a:custGeom>
            <a:avLst/>
            <a:gdLst>
              <a:gd name="connsiteX0" fmla="*/ 0 w 975360"/>
              <a:gd name="connsiteY0" fmla="*/ 0 h 944880"/>
              <a:gd name="connsiteX1" fmla="*/ 375920 w 975360"/>
              <a:gd name="connsiteY1" fmla="*/ 172720 h 944880"/>
              <a:gd name="connsiteX2" fmla="*/ 670560 w 975360"/>
              <a:gd name="connsiteY2" fmla="*/ 335280 h 944880"/>
              <a:gd name="connsiteX3" fmla="*/ 751840 w 975360"/>
              <a:gd name="connsiteY3" fmla="*/ 497840 h 944880"/>
              <a:gd name="connsiteX4" fmla="*/ 863600 w 975360"/>
              <a:gd name="connsiteY4" fmla="*/ 680720 h 944880"/>
              <a:gd name="connsiteX5" fmla="*/ 894080 w 975360"/>
              <a:gd name="connsiteY5" fmla="*/ 741680 h 944880"/>
              <a:gd name="connsiteX6" fmla="*/ 975360 w 975360"/>
              <a:gd name="connsiteY6" fmla="*/ 944880 h 9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5360" h="944880">
                <a:moveTo>
                  <a:pt x="0" y="0"/>
                </a:moveTo>
                <a:cubicBezTo>
                  <a:pt x="117703" y="147129"/>
                  <a:pt x="5045" y="24370"/>
                  <a:pt x="375920" y="172720"/>
                </a:cubicBezTo>
                <a:cubicBezTo>
                  <a:pt x="535416" y="236518"/>
                  <a:pt x="539772" y="248088"/>
                  <a:pt x="670560" y="335280"/>
                </a:cubicBezTo>
                <a:cubicBezTo>
                  <a:pt x="697653" y="389467"/>
                  <a:pt x="718235" y="447432"/>
                  <a:pt x="751840" y="497840"/>
                </a:cubicBezTo>
                <a:cubicBezTo>
                  <a:pt x="806206" y="579389"/>
                  <a:pt x="804010" y="573459"/>
                  <a:pt x="863600" y="680720"/>
                </a:cubicBezTo>
                <a:cubicBezTo>
                  <a:pt x="874633" y="700579"/>
                  <a:pt x="885801" y="720524"/>
                  <a:pt x="894080" y="741680"/>
                </a:cubicBezTo>
                <a:cubicBezTo>
                  <a:pt x="976216" y="951582"/>
                  <a:pt x="917751" y="858467"/>
                  <a:pt x="975360" y="944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57B220D-4519-7A18-5F1B-37298A9A3B1F}"/>
              </a:ext>
            </a:extLst>
          </p:cNvPr>
          <p:cNvSpPr/>
          <p:nvPr/>
        </p:nvSpPr>
        <p:spPr>
          <a:xfrm>
            <a:off x="2763520" y="4155440"/>
            <a:ext cx="1117600" cy="182880"/>
          </a:xfrm>
          <a:custGeom>
            <a:avLst/>
            <a:gdLst>
              <a:gd name="connsiteX0" fmla="*/ 0 w 1117600"/>
              <a:gd name="connsiteY0" fmla="*/ 0 h 182880"/>
              <a:gd name="connsiteX1" fmla="*/ 264160 w 1117600"/>
              <a:gd name="connsiteY1" fmla="*/ 71120 h 182880"/>
              <a:gd name="connsiteX2" fmla="*/ 406400 w 1117600"/>
              <a:gd name="connsiteY2" fmla="*/ 91440 h 182880"/>
              <a:gd name="connsiteX3" fmla="*/ 995680 w 1117600"/>
              <a:gd name="connsiteY3" fmla="*/ 152400 h 182880"/>
              <a:gd name="connsiteX4" fmla="*/ 1087120 w 1117600"/>
              <a:gd name="connsiteY4" fmla="*/ 172720 h 182880"/>
              <a:gd name="connsiteX5" fmla="*/ 1117600 w 1117600"/>
              <a:gd name="connsiteY5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7600" h="182880">
                <a:moveTo>
                  <a:pt x="0" y="0"/>
                </a:moveTo>
                <a:cubicBezTo>
                  <a:pt x="88053" y="23707"/>
                  <a:pt x="175195" y="51103"/>
                  <a:pt x="264160" y="71120"/>
                </a:cubicBezTo>
                <a:cubicBezTo>
                  <a:pt x="310887" y="81633"/>
                  <a:pt x="359079" y="84046"/>
                  <a:pt x="406400" y="91440"/>
                </a:cubicBezTo>
                <a:cubicBezTo>
                  <a:pt x="763904" y="147300"/>
                  <a:pt x="438352" y="110600"/>
                  <a:pt x="995680" y="152400"/>
                </a:cubicBezTo>
                <a:cubicBezTo>
                  <a:pt x="1030598" y="159384"/>
                  <a:pt x="1053641" y="163154"/>
                  <a:pt x="1087120" y="172720"/>
                </a:cubicBezTo>
                <a:cubicBezTo>
                  <a:pt x="1097418" y="175662"/>
                  <a:pt x="1107440" y="179493"/>
                  <a:pt x="1117600" y="1828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6E1C93-E80D-A398-81F1-6852C730561F}"/>
              </a:ext>
            </a:extLst>
          </p:cNvPr>
          <p:cNvSpPr/>
          <p:nvPr/>
        </p:nvSpPr>
        <p:spPr>
          <a:xfrm>
            <a:off x="1621924" y="4998720"/>
            <a:ext cx="796156" cy="894208"/>
          </a:xfrm>
          <a:custGeom>
            <a:avLst/>
            <a:gdLst>
              <a:gd name="connsiteX0" fmla="*/ 54476 w 796156"/>
              <a:gd name="connsiteY0" fmla="*/ 0 h 894208"/>
              <a:gd name="connsiteX1" fmla="*/ 3676 w 796156"/>
              <a:gd name="connsiteY1" fmla="*/ 30480 h 894208"/>
              <a:gd name="connsiteX2" fmla="*/ 105276 w 796156"/>
              <a:gd name="connsiteY2" fmla="*/ 406400 h 894208"/>
              <a:gd name="connsiteX3" fmla="*/ 227196 w 796156"/>
              <a:gd name="connsiteY3" fmla="*/ 528320 h 894208"/>
              <a:gd name="connsiteX4" fmla="*/ 511676 w 796156"/>
              <a:gd name="connsiteY4" fmla="*/ 751840 h 894208"/>
              <a:gd name="connsiteX5" fmla="*/ 633596 w 796156"/>
              <a:gd name="connsiteY5" fmla="*/ 812800 h 894208"/>
              <a:gd name="connsiteX6" fmla="*/ 694556 w 796156"/>
              <a:gd name="connsiteY6" fmla="*/ 863600 h 894208"/>
              <a:gd name="connsiteX7" fmla="*/ 735196 w 796156"/>
              <a:gd name="connsiteY7" fmla="*/ 873760 h 894208"/>
              <a:gd name="connsiteX8" fmla="*/ 796156 w 796156"/>
              <a:gd name="connsiteY8" fmla="*/ 894080 h 894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6156" h="894208">
                <a:moveTo>
                  <a:pt x="54476" y="0"/>
                </a:moveTo>
                <a:cubicBezTo>
                  <a:pt x="37543" y="10160"/>
                  <a:pt x="6125" y="10885"/>
                  <a:pt x="3676" y="30480"/>
                </a:cubicBezTo>
                <a:cubicBezTo>
                  <a:pt x="-13033" y="164152"/>
                  <a:pt x="28318" y="298658"/>
                  <a:pt x="105276" y="406400"/>
                </a:cubicBezTo>
                <a:cubicBezTo>
                  <a:pt x="138682" y="453168"/>
                  <a:pt x="185528" y="488735"/>
                  <a:pt x="227196" y="528320"/>
                </a:cubicBezTo>
                <a:cubicBezTo>
                  <a:pt x="293223" y="591046"/>
                  <a:pt x="465399" y="728702"/>
                  <a:pt x="511676" y="751840"/>
                </a:cubicBezTo>
                <a:cubicBezTo>
                  <a:pt x="552316" y="772160"/>
                  <a:pt x="594826" y="789107"/>
                  <a:pt x="633596" y="812800"/>
                </a:cubicBezTo>
                <a:cubicBezTo>
                  <a:pt x="656166" y="826593"/>
                  <a:pt x="671875" y="849991"/>
                  <a:pt x="694556" y="863600"/>
                </a:cubicBezTo>
                <a:cubicBezTo>
                  <a:pt x="706530" y="870784"/>
                  <a:pt x="722121" y="868857"/>
                  <a:pt x="735196" y="873760"/>
                </a:cubicBezTo>
                <a:cubicBezTo>
                  <a:pt x="797460" y="897109"/>
                  <a:pt x="753729" y="894080"/>
                  <a:pt x="796156" y="89408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2810203-608D-80BF-4906-F5936F2282F7}"/>
              </a:ext>
            </a:extLst>
          </p:cNvPr>
          <p:cNvSpPr/>
          <p:nvPr/>
        </p:nvSpPr>
        <p:spPr>
          <a:xfrm>
            <a:off x="4450080" y="5699716"/>
            <a:ext cx="2367280" cy="52032"/>
          </a:xfrm>
          <a:custGeom>
            <a:avLst/>
            <a:gdLst>
              <a:gd name="connsiteX0" fmla="*/ 0 w 2367280"/>
              <a:gd name="connsiteY0" fmla="*/ 10204 h 52032"/>
              <a:gd name="connsiteX1" fmla="*/ 193040 w 2367280"/>
              <a:gd name="connsiteY1" fmla="*/ 30524 h 52032"/>
              <a:gd name="connsiteX2" fmla="*/ 650240 w 2367280"/>
              <a:gd name="connsiteY2" fmla="*/ 40684 h 52032"/>
              <a:gd name="connsiteX3" fmla="*/ 2367280 w 2367280"/>
              <a:gd name="connsiteY3" fmla="*/ 50844 h 5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7280" h="52032">
                <a:moveTo>
                  <a:pt x="0" y="10204"/>
                </a:moveTo>
                <a:cubicBezTo>
                  <a:pt x="129347" y="-15665"/>
                  <a:pt x="-53130" y="13835"/>
                  <a:pt x="193040" y="30524"/>
                </a:cubicBezTo>
                <a:cubicBezTo>
                  <a:pt x="345128" y="40835"/>
                  <a:pt x="497831" y="37753"/>
                  <a:pt x="650240" y="40684"/>
                </a:cubicBezTo>
                <a:cubicBezTo>
                  <a:pt x="1506847" y="57157"/>
                  <a:pt x="1264797" y="50844"/>
                  <a:pt x="2367280" y="50844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45D7F5E-D8C0-1E8B-3207-F964BCE0E130}"/>
              </a:ext>
            </a:extLst>
          </p:cNvPr>
          <p:cNvSpPr/>
          <p:nvPr/>
        </p:nvSpPr>
        <p:spPr>
          <a:xfrm>
            <a:off x="8676640" y="5913120"/>
            <a:ext cx="1544320" cy="95127"/>
          </a:xfrm>
          <a:custGeom>
            <a:avLst/>
            <a:gdLst>
              <a:gd name="connsiteX0" fmla="*/ 0 w 1544320"/>
              <a:gd name="connsiteY0" fmla="*/ 0 h 95127"/>
              <a:gd name="connsiteX1" fmla="*/ 71120 w 1544320"/>
              <a:gd name="connsiteY1" fmla="*/ 20320 h 95127"/>
              <a:gd name="connsiteX2" fmla="*/ 1544320 w 1544320"/>
              <a:gd name="connsiteY2" fmla="*/ 60960 h 9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320" h="95127">
                <a:moveTo>
                  <a:pt x="0" y="0"/>
                </a:moveTo>
                <a:cubicBezTo>
                  <a:pt x="23707" y="6773"/>
                  <a:pt x="47201" y="14340"/>
                  <a:pt x="71120" y="20320"/>
                </a:cubicBezTo>
                <a:cubicBezTo>
                  <a:pt x="630828" y="160247"/>
                  <a:pt x="441085" y="60960"/>
                  <a:pt x="1544320" y="6096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68B6621-5775-7146-CFCF-5A972F9C15B3}"/>
              </a:ext>
            </a:extLst>
          </p:cNvPr>
          <p:cNvSpPr/>
          <p:nvPr/>
        </p:nvSpPr>
        <p:spPr>
          <a:xfrm>
            <a:off x="9307991" y="3749563"/>
            <a:ext cx="975360" cy="1321004"/>
          </a:xfrm>
          <a:custGeom>
            <a:avLst/>
            <a:gdLst>
              <a:gd name="connsiteX0" fmla="*/ 0 w 975360"/>
              <a:gd name="connsiteY0" fmla="*/ 0 h 1321004"/>
              <a:gd name="connsiteX1" fmla="*/ 355600 w 975360"/>
              <a:gd name="connsiteY1" fmla="*/ 213360 h 1321004"/>
              <a:gd name="connsiteX2" fmla="*/ 568960 w 975360"/>
              <a:gd name="connsiteY2" fmla="*/ 467360 h 1321004"/>
              <a:gd name="connsiteX3" fmla="*/ 650240 w 975360"/>
              <a:gd name="connsiteY3" fmla="*/ 589280 h 1321004"/>
              <a:gd name="connsiteX4" fmla="*/ 711200 w 975360"/>
              <a:gd name="connsiteY4" fmla="*/ 721360 h 1321004"/>
              <a:gd name="connsiteX5" fmla="*/ 822960 w 975360"/>
              <a:gd name="connsiteY5" fmla="*/ 924560 h 1321004"/>
              <a:gd name="connsiteX6" fmla="*/ 894080 w 975360"/>
              <a:gd name="connsiteY6" fmla="*/ 1148080 h 1321004"/>
              <a:gd name="connsiteX7" fmla="*/ 934720 w 975360"/>
              <a:gd name="connsiteY7" fmla="*/ 1270000 h 1321004"/>
              <a:gd name="connsiteX8" fmla="*/ 975360 w 975360"/>
              <a:gd name="connsiteY8" fmla="*/ 1320800 h 132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360" h="1321004">
                <a:moveTo>
                  <a:pt x="0" y="0"/>
                </a:moveTo>
                <a:cubicBezTo>
                  <a:pt x="184567" y="23071"/>
                  <a:pt x="99468" y="-1076"/>
                  <a:pt x="355600" y="213360"/>
                </a:cubicBezTo>
                <a:cubicBezTo>
                  <a:pt x="549542" y="375730"/>
                  <a:pt x="477884" y="320237"/>
                  <a:pt x="568960" y="467360"/>
                </a:cubicBezTo>
                <a:cubicBezTo>
                  <a:pt x="594669" y="508890"/>
                  <a:pt x="626375" y="546664"/>
                  <a:pt x="650240" y="589280"/>
                </a:cubicBezTo>
                <a:cubicBezTo>
                  <a:pt x="673932" y="631588"/>
                  <a:pt x="688994" y="678254"/>
                  <a:pt x="711200" y="721360"/>
                </a:cubicBezTo>
                <a:cubicBezTo>
                  <a:pt x="746601" y="790080"/>
                  <a:pt x="789290" y="854976"/>
                  <a:pt x="822960" y="924560"/>
                </a:cubicBezTo>
                <a:cubicBezTo>
                  <a:pt x="859742" y="1000577"/>
                  <a:pt x="869782" y="1068245"/>
                  <a:pt x="894080" y="1148080"/>
                </a:cubicBezTo>
                <a:cubicBezTo>
                  <a:pt x="906553" y="1189062"/>
                  <a:pt x="920463" y="1229604"/>
                  <a:pt x="934720" y="1270000"/>
                </a:cubicBezTo>
                <a:cubicBezTo>
                  <a:pt x="954869" y="1327089"/>
                  <a:pt x="937800" y="1320800"/>
                  <a:pt x="975360" y="132080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0FF8969-C1C1-7503-1D61-C5E2300DF0D0}"/>
              </a:ext>
            </a:extLst>
          </p:cNvPr>
          <p:cNvSpPr/>
          <p:nvPr/>
        </p:nvSpPr>
        <p:spPr>
          <a:xfrm>
            <a:off x="5902960" y="3383280"/>
            <a:ext cx="1351280" cy="173894"/>
          </a:xfrm>
          <a:custGeom>
            <a:avLst/>
            <a:gdLst>
              <a:gd name="connsiteX0" fmla="*/ 0 w 1351280"/>
              <a:gd name="connsiteY0" fmla="*/ 0 h 173894"/>
              <a:gd name="connsiteX1" fmla="*/ 60960 w 1351280"/>
              <a:gd name="connsiteY1" fmla="*/ 40640 h 173894"/>
              <a:gd name="connsiteX2" fmla="*/ 426720 w 1351280"/>
              <a:gd name="connsiteY2" fmla="*/ 162560 h 173894"/>
              <a:gd name="connsiteX3" fmla="*/ 629920 w 1351280"/>
              <a:gd name="connsiteY3" fmla="*/ 172720 h 173894"/>
              <a:gd name="connsiteX4" fmla="*/ 1351280 w 1351280"/>
              <a:gd name="connsiteY4" fmla="*/ 172720 h 1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1280" h="173894">
                <a:moveTo>
                  <a:pt x="0" y="0"/>
                </a:moveTo>
                <a:cubicBezTo>
                  <a:pt x="20320" y="13547"/>
                  <a:pt x="39117" y="29718"/>
                  <a:pt x="60960" y="40640"/>
                </a:cubicBezTo>
                <a:cubicBezTo>
                  <a:pt x="199542" y="109931"/>
                  <a:pt x="273605" y="142413"/>
                  <a:pt x="426720" y="162560"/>
                </a:cubicBezTo>
                <a:cubicBezTo>
                  <a:pt x="493958" y="171407"/>
                  <a:pt x="562106" y="171975"/>
                  <a:pt x="629920" y="172720"/>
                </a:cubicBezTo>
                <a:cubicBezTo>
                  <a:pt x="870359" y="175362"/>
                  <a:pt x="1110827" y="172720"/>
                  <a:pt x="1351280" y="17272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E88EEA-E620-904E-CD95-5396DD3AD9F7}"/>
              </a:ext>
            </a:extLst>
          </p:cNvPr>
          <p:cNvSpPr/>
          <p:nvPr/>
        </p:nvSpPr>
        <p:spPr>
          <a:xfrm>
            <a:off x="6045200" y="4175760"/>
            <a:ext cx="1026178" cy="356998"/>
          </a:xfrm>
          <a:custGeom>
            <a:avLst/>
            <a:gdLst>
              <a:gd name="connsiteX0" fmla="*/ 0 w 1026178"/>
              <a:gd name="connsiteY0" fmla="*/ 355600 h 356998"/>
              <a:gd name="connsiteX1" fmla="*/ 335280 w 1026178"/>
              <a:gd name="connsiteY1" fmla="*/ 345440 h 356998"/>
              <a:gd name="connsiteX2" fmla="*/ 599440 w 1026178"/>
              <a:gd name="connsiteY2" fmla="*/ 243840 h 356998"/>
              <a:gd name="connsiteX3" fmla="*/ 690880 w 1026178"/>
              <a:gd name="connsiteY3" fmla="*/ 172720 h 356998"/>
              <a:gd name="connsiteX4" fmla="*/ 883920 w 1026178"/>
              <a:gd name="connsiteY4" fmla="*/ 81280 h 356998"/>
              <a:gd name="connsiteX5" fmla="*/ 955040 w 1026178"/>
              <a:gd name="connsiteY5" fmla="*/ 40640 h 356998"/>
              <a:gd name="connsiteX6" fmla="*/ 1026160 w 1026178"/>
              <a:gd name="connsiteY6" fmla="*/ 0 h 35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6178" h="356998">
                <a:moveTo>
                  <a:pt x="0" y="355600"/>
                </a:moveTo>
                <a:cubicBezTo>
                  <a:pt x="111760" y="352213"/>
                  <a:pt x="225363" y="365933"/>
                  <a:pt x="335280" y="345440"/>
                </a:cubicBezTo>
                <a:cubicBezTo>
                  <a:pt x="428023" y="328149"/>
                  <a:pt x="599440" y="243840"/>
                  <a:pt x="599440" y="243840"/>
                </a:cubicBezTo>
                <a:cubicBezTo>
                  <a:pt x="629920" y="220133"/>
                  <a:pt x="657354" y="191878"/>
                  <a:pt x="690880" y="172720"/>
                </a:cubicBezTo>
                <a:cubicBezTo>
                  <a:pt x="752699" y="137395"/>
                  <a:pt x="820236" y="113122"/>
                  <a:pt x="883920" y="81280"/>
                </a:cubicBezTo>
                <a:cubicBezTo>
                  <a:pt x="908342" y="69069"/>
                  <a:pt x="930618" y="52851"/>
                  <a:pt x="955040" y="40640"/>
                </a:cubicBezTo>
                <a:cubicBezTo>
                  <a:pt x="1029273" y="3524"/>
                  <a:pt x="1026160" y="36648"/>
                  <a:pt x="1026160" y="0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D81486-132D-F697-A6BA-AD169454F3A4}"/>
              </a:ext>
            </a:extLst>
          </p:cNvPr>
          <p:cNvSpPr txBox="1"/>
          <p:nvPr/>
        </p:nvSpPr>
        <p:spPr>
          <a:xfrm>
            <a:off x="2581883" y="23145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6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BAB0B-6676-F331-68F3-04DE1CEBA7CC}"/>
              </a:ext>
            </a:extLst>
          </p:cNvPr>
          <p:cNvSpPr txBox="1"/>
          <p:nvPr/>
        </p:nvSpPr>
        <p:spPr>
          <a:xfrm>
            <a:off x="4718622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A4E8A2-A24B-615A-DE62-F5C5659B4A4C}"/>
              </a:ext>
            </a:extLst>
          </p:cNvPr>
          <p:cNvSpPr txBox="1"/>
          <p:nvPr/>
        </p:nvSpPr>
        <p:spPr>
          <a:xfrm>
            <a:off x="3018378" y="375874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73BB84-77D4-2ED1-B2F8-EE072D7D1D84}"/>
              </a:ext>
            </a:extLst>
          </p:cNvPr>
          <p:cNvSpPr txBox="1"/>
          <p:nvPr/>
        </p:nvSpPr>
        <p:spPr>
          <a:xfrm>
            <a:off x="6600564" y="44473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A852A5-C6EC-2F29-FF33-307D5141BD85}"/>
              </a:ext>
            </a:extLst>
          </p:cNvPr>
          <p:cNvSpPr txBox="1"/>
          <p:nvPr/>
        </p:nvSpPr>
        <p:spPr>
          <a:xfrm>
            <a:off x="6426200" y="317665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9F5A48-7C84-B71F-32F2-107A8F3CBEC1}"/>
              </a:ext>
            </a:extLst>
          </p:cNvPr>
          <p:cNvSpPr txBox="1"/>
          <p:nvPr/>
        </p:nvSpPr>
        <p:spPr>
          <a:xfrm>
            <a:off x="1975854" y="518001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1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1C2797-8A45-0B5A-BF3C-B13AEF0A9636}"/>
              </a:ext>
            </a:extLst>
          </p:cNvPr>
          <p:cNvSpPr txBox="1"/>
          <p:nvPr/>
        </p:nvSpPr>
        <p:spPr>
          <a:xfrm>
            <a:off x="5796280" y="2025127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FEF12-2DF9-197B-DA76-C123AFBB6510}"/>
              </a:ext>
            </a:extLst>
          </p:cNvPr>
          <p:cNvSpPr txBox="1"/>
          <p:nvPr/>
        </p:nvSpPr>
        <p:spPr>
          <a:xfrm>
            <a:off x="10530144" y="1456725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94FA32-7658-C928-6432-B1CD4DFFD5ED}"/>
              </a:ext>
            </a:extLst>
          </p:cNvPr>
          <p:cNvSpPr txBox="1"/>
          <p:nvPr/>
        </p:nvSpPr>
        <p:spPr>
          <a:xfrm>
            <a:off x="4371036" y="20805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ADBCB-FF96-88F8-B824-47977FE31C76}"/>
              </a:ext>
            </a:extLst>
          </p:cNvPr>
          <p:cNvSpPr txBox="1"/>
          <p:nvPr/>
        </p:nvSpPr>
        <p:spPr>
          <a:xfrm>
            <a:off x="9032240" y="556708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4A2793-229D-732B-FACA-CB113FC7B47B}"/>
              </a:ext>
            </a:extLst>
          </p:cNvPr>
          <p:cNvSpPr txBox="1"/>
          <p:nvPr/>
        </p:nvSpPr>
        <p:spPr>
          <a:xfrm>
            <a:off x="9404511" y="4162902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16C25-92CF-431F-03C6-717F5265507A}"/>
              </a:ext>
            </a:extLst>
          </p:cNvPr>
          <p:cNvSpPr txBox="1"/>
          <p:nvPr/>
        </p:nvSpPr>
        <p:spPr>
          <a:xfrm>
            <a:off x="5368414" y="534456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8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047077-DA78-22E0-BCE9-370EDE0AC93D}"/>
              </a:ext>
            </a:extLst>
          </p:cNvPr>
          <p:cNvSpPr txBox="1"/>
          <p:nvPr/>
        </p:nvSpPr>
        <p:spPr>
          <a:xfrm>
            <a:off x="9343975" y="27129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9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2779DD-56E7-9410-110D-D90BBF3D9128}"/>
              </a:ext>
            </a:extLst>
          </p:cNvPr>
          <p:cNvSpPr txBox="1"/>
          <p:nvPr/>
        </p:nvSpPr>
        <p:spPr>
          <a:xfrm>
            <a:off x="7930714" y="811076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10A449-143B-DFF7-079D-755F14311087}"/>
              </a:ext>
            </a:extLst>
          </p:cNvPr>
          <p:cNvSpPr txBox="1"/>
          <p:nvPr/>
        </p:nvSpPr>
        <p:spPr>
          <a:xfrm>
            <a:off x="7787403" y="2125438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</a:t>
            </a:r>
            <a:endParaRPr lang="en-US" dirty="0"/>
          </a:p>
        </p:txBody>
      </p:sp>
      <p:pic>
        <p:nvPicPr>
          <p:cNvPr id="59" name="Graphic 58" descr="Park with bench and trees">
            <a:extLst>
              <a:ext uri="{FF2B5EF4-FFF2-40B4-BE49-F238E27FC236}">
                <a16:creationId xmlns:a16="http://schemas.microsoft.com/office/drawing/2014/main" id="{688F7780-A5DA-0B2F-9F87-FC977E458D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515" y="3281011"/>
            <a:ext cx="1909483" cy="1074084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B46FCC2F-C64A-A70E-2EFD-CC24E1A26923}"/>
              </a:ext>
            </a:extLst>
          </p:cNvPr>
          <p:cNvSpPr/>
          <p:nvPr/>
        </p:nvSpPr>
        <p:spPr>
          <a:xfrm>
            <a:off x="12647111" y="-5080"/>
            <a:ext cx="320817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86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773C5A4-93B2-2E2F-52CF-1238796D7BE9}"/>
              </a:ext>
            </a:extLst>
          </p:cNvPr>
          <p:cNvGrpSpPr/>
          <p:nvPr/>
        </p:nvGrpSpPr>
        <p:grpSpPr>
          <a:xfrm>
            <a:off x="1949642" y="2455074"/>
            <a:ext cx="3247838" cy="3441372"/>
            <a:chOff x="997052" y="1454559"/>
            <a:chExt cx="3295650" cy="5005780"/>
          </a:xfrm>
        </p:grpSpPr>
        <p:pic>
          <p:nvPicPr>
            <p:cNvPr id="60" name="Graphic 59" descr="Woman cycling">
              <a:extLst>
                <a:ext uri="{FF2B5EF4-FFF2-40B4-BE49-F238E27FC236}">
                  <a16:creationId xmlns:a16="http://schemas.microsoft.com/office/drawing/2014/main" id="{CFCA2D02-0AF0-9ED2-5EE8-C10066D6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61" name="Graphic 60" descr="A child with wavy hair">
              <a:extLst>
                <a:ext uri="{FF2B5EF4-FFF2-40B4-BE49-F238E27FC236}">
                  <a16:creationId xmlns:a16="http://schemas.microsoft.com/office/drawing/2014/main" id="{00716C65-FFB8-10A3-FF5C-2EC980D59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62" name="Graphic 61" descr="Boy wearing backpack">
            <a:extLst>
              <a:ext uri="{FF2B5EF4-FFF2-40B4-BE49-F238E27FC236}">
                <a16:creationId xmlns:a16="http://schemas.microsoft.com/office/drawing/2014/main" id="{66310693-1932-E822-C874-22021137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258" y="1148040"/>
            <a:ext cx="1836932" cy="456192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509A61BF-795B-3278-055F-3E1E562D5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55495-3F4F-8659-DCA3-C073BC97CF31}"/>
              </a:ext>
            </a:extLst>
          </p:cNvPr>
          <p:cNvSpPr txBox="1"/>
          <p:nvPr/>
        </p:nvSpPr>
        <p:spPr>
          <a:xfrm>
            <a:off x="6812280" y="766941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</a:t>
            </a:r>
            <a:r>
              <a:rPr lang="vi-VN" dirty="0" err="1">
                <a:latin typeface="Montserrat" panose="00000500000000000000" pitchFamily="2" charset="0"/>
              </a:rPr>
              <a:t>Chào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, minh đi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thôi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E9A41-7E13-243B-E6BE-C327B22868F0}"/>
              </a:ext>
            </a:extLst>
          </p:cNvPr>
          <p:cNvSpPr txBox="1"/>
          <p:nvPr/>
        </p:nvSpPr>
        <p:spPr>
          <a:xfrm>
            <a:off x="8107680" y="1890653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ở đâu bây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 - 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E30C7-19E0-84A6-46DA-22AF2F6C8994}"/>
              </a:ext>
            </a:extLst>
          </p:cNvPr>
          <p:cNvSpPr txBox="1"/>
          <p:nvPr/>
        </p:nvSpPr>
        <p:spPr>
          <a:xfrm>
            <a:off x="6812280" y="2779416"/>
            <a:ext cx="505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Xăng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 cao </a:t>
            </a:r>
            <a:r>
              <a:rPr lang="vi-VN" dirty="0" err="1">
                <a:latin typeface="Montserrat" panose="00000500000000000000" pitchFamily="2" charset="0"/>
              </a:rPr>
              <a:t>lắm</a:t>
            </a:r>
            <a:r>
              <a:rPr lang="vi-VN" dirty="0">
                <a:latin typeface="Montserrat" panose="00000500000000000000" pitchFamily="2" charset="0"/>
              </a:rPr>
              <a:t>, nên minh </a:t>
            </a:r>
            <a:r>
              <a:rPr lang="vi-VN" dirty="0" err="1">
                <a:latin typeface="Montserrat" panose="00000500000000000000" pitchFamily="2" charset="0"/>
              </a:rPr>
              <a:t>phải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gần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người</a:t>
            </a:r>
            <a:r>
              <a:rPr lang="vi-VN" dirty="0">
                <a:latin typeface="Montserrat" panose="00000500000000000000" pitchFamily="2" charset="0"/>
              </a:rPr>
              <a:t> yêu </a:t>
            </a:r>
            <a:r>
              <a:rPr lang="vi-VN" dirty="0" err="1">
                <a:latin typeface="Montserrat" panose="00000500000000000000" pitchFamily="2" charset="0"/>
              </a:rPr>
              <a:t>để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dễ</a:t>
            </a:r>
            <a:r>
              <a:rPr lang="vi-VN" dirty="0">
                <a:latin typeface="Montserrat" panose="00000500000000000000" pitchFamily="2" charset="0"/>
              </a:rPr>
              <a:t> đi </a:t>
            </a:r>
            <a:r>
              <a:rPr lang="vi-VN" dirty="0" err="1">
                <a:latin typeface="Montserrat" panose="00000500000000000000" pitchFamily="2" charset="0"/>
              </a:rPr>
              <a:t>hẹn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hò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53BF1-AB50-E70C-1862-849A4D1F8876}"/>
              </a:ext>
            </a:extLst>
          </p:cNvPr>
          <p:cNvSpPr txBox="1"/>
          <p:nvPr/>
        </p:nvSpPr>
        <p:spPr>
          <a:xfrm>
            <a:off x="7863840" y="4242107"/>
            <a:ext cx="4008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>
                <a:latin typeface="Montserrat" panose="00000500000000000000" pitchFamily="2" charset="0"/>
              </a:rPr>
              <a:t>- </a:t>
            </a:r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cũng</a:t>
            </a:r>
            <a:r>
              <a:rPr lang="vi-VN" dirty="0">
                <a:latin typeface="Montserrat" panose="00000500000000000000" pitchFamily="2" charset="0"/>
              </a:rPr>
              <a:t>  </a:t>
            </a:r>
            <a:r>
              <a:rPr lang="vi-VN" dirty="0" err="1">
                <a:latin typeface="Montserrat" panose="00000500000000000000" pitchFamily="2" charset="0"/>
              </a:rPr>
              <a:t>phải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gần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phòng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Gym</a:t>
            </a:r>
            <a:r>
              <a:rPr lang="vi-VN" dirty="0">
                <a:latin typeface="Montserrat" panose="00000500000000000000" pitchFamily="2" charset="0"/>
              </a:rPr>
              <a:t>, </a:t>
            </a:r>
            <a:r>
              <a:rPr lang="vi-VN" dirty="0" err="1">
                <a:latin typeface="Montserrat" panose="00000500000000000000" pitchFamily="2" charset="0"/>
              </a:rPr>
              <a:t>trường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và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chợ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nữa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444FE-4819-02E7-1AFB-2261046F2CF5}"/>
              </a:ext>
            </a:extLst>
          </p:cNvPr>
          <p:cNvSpPr txBox="1"/>
          <p:nvPr/>
        </p:nvSpPr>
        <p:spPr>
          <a:xfrm>
            <a:off x="6812280" y="5676354"/>
            <a:ext cx="451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</a:t>
            </a:r>
            <a:r>
              <a:rPr lang="vi-VN" dirty="0" err="1">
                <a:latin typeface="Montserrat" panose="00000500000000000000" pitchFamily="2" charset="0"/>
              </a:rPr>
              <a:t>Vậy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ở đâu bây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?</a:t>
            </a:r>
            <a:endParaRPr 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582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7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8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69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1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12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69000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5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16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69000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9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20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69000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23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24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  <p:bldP spid="6" grpId="0"/>
          <p:bldP spid="7" grpId="0"/>
          <p:bldP spid="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  <p:bldP spid="6" grpId="0"/>
          <p:bldP spid="7" grpId="0"/>
          <p:bldP spid="8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773C5A4-93B2-2E2F-52CF-1238796D7BE9}"/>
              </a:ext>
            </a:extLst>
          </p:cNvPr>
          <p:cNvGrpSpPr/>
          <p:nvPr/>
        </p:nvGrpSpPr>
        <p:grpSpPr>
          <a:xfrm>
            <a:off x="1063678" y="4385777"/>
            <a:ext cx="1875105" cy="1986840"/>
            <a:chOff x="997052" y="1454559"/>
            <a:chExt cx="3295650" cy="5005780"/>
          </a:xfrm>
        </p:grpSpPr>
        <p:pic>
          <p:nvPicPr>
            <p:cNvPr id="60" name="Graphic 59" descr="Woman cycling">
              <a:extLst>
                <a:ext uri="{FF2B5EF4-FFF2-40B4-BE49-F238E27FC236}">
                  <a16:creationId xmlns:a16="http://schemas.microsoft.com/office/drawing/2014/main" id="{CFCA2D02-0AF0-9ED2-5EE8-C10066D6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61" name="Graphic 60" descr="A child with wavy hair">
              <a:extLst>
                <a:ext uri="{FF2B5EF4-FFF2-40B4-BE49-F238E27FC236}">
                  <a16:creationId xmlns:a16="http://schemas.microsoft.com/office/drawing/2014/main" id="{00716C65-FFB8-10A3-FF5C-2EC980D59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62" name="Graphic 61" descr="Boy wearing backpack">
            <a:extLst>
              <a:ext uri="{FF2B5EF4-FFF2-40B4-BE49-F238E27FC236}">
                <a16:creationId xmlns:a16="http://schemas.microsoft.com/office/drawing/2014/main" id="{66310693-1932-E822-C874-22021137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067" y="3738840"/>
            <a:ext cx="1060534" cy="2633777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509A61BF-795B-3278-055F-3E1E562D536B}"/>
              </a:ext>
            </a:extLst>
          </p:cNvPr>
          <p:cNvSpPr>
            <a:spLocks/>
          </p:cNvSpPr>
          <p:nvPr/>
        </p:nvSpPr>
        <p:spPr>
          <a:xfrm>
            <a:off x="1254252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55495-3F4F-8659-DCA3-C073BC97CF31}"/>
              </a:ext>
            </a:extLst>
          </p:cNvPr>
          <p:cNvSpPr txBox="1"/>
          <p:nvPr/>
        </p:nvSpPr>
        <p:spPr>
          <a:xfrm>
            <a:off x="12649200" y="766941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</a:t>
            </a:r>
            <a:r>
              <a:rPr lang="vi-VN" dirty="0" err="1">
                <a:latin typeface="Montserrat" panose="00000500000000000000" pitchFamily="2" charset="0"/>
              </a:rPr>
              <a:t>Chào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, minh đi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thôi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E9A41-7E13-243B-E6BE-C327B22868F0}"/>
              </a:ext>
            </a:extLst>
          </p:cNvPr>
          <p:cNvSpPr txBox="1"/>
          <p:nvPr/>
        </p:nvSpPr>
        <p:spPr>
          <a:xfrm>
            <a:off x="13944600" y="1890653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ở đâu bây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 - 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E30C7-19E0-84A6-46DA-22AF2F6C8994}"/>
              </a:ext>
            </a:extLst>
          </p:cNvPr>
          <p:cNvSpPr txBox="1"/>
          <p:nvPr/>
        </p:nvSpPr>
        <p:spPr>
          <a:xfrm>
            <a:off x="12649200" y="2779416"/>
            <a:ext cx="505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Xăng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 cao </a:t>
            </a:r>
            <a:r>
              <a:rPr lang="vi-VN" dirty="0" err="1">
                <a:latin typeface="Montserrat" panose="00000500000000000000" pitchFamily="2" charset="0"/>
              </a:rPr>
              <a:t>lắm</a:t>
            </a:r>
            <a:r>
              <a:rPr lang="vi-VN" dirty="0">
                <a:latin typeface="Montserrat" panose="00000500000000000000" pitchFamily="2" charset="0"/>
              </a:rPr>
              <a:t>, nên minh </a:t>
            </a:r>
            <a:r>
              <a:rPr lang="vi-VN" dirty="0" err="1">
                <a:latin typeface="Montserrat" panose="00000500000000000000" pitchFamily="2" charset="0"/>
              </a:rPr>
              <a:t>phải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gần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người</a:t>
            </a:r>
            <a:r>
              <a:rPr lang="vi-VN" dirty="0">
                <a:latin typeface="Montserrat" panose="00000500000000000000" pitchFamily="2" charset="0"/>
              </a:rPr>
              <a:t> yêu </a:t>
            </a:r>
            <a:r>
              <a:rPr lang="vi-VN" dirty="0" err="1">
                <a:latin typeface="Montserrat" panose="00000500000000000000" pitchFamily="2" charset="0"/>
              </a:rPr>
              <a:t>để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dễ</a:t>
            </a:r>
            <a:r>
              <a:rPr lang="vi-VN" dirty="0">
                <a:latin typeface="Montserrat" panose="00000500000000000000" pitchFamily="2" charset="0"/>
              </a:rPr>
              <a:t> đi </a:t>
            </a:r>
            <a:r>
              <a:rPr lang="vi-VN" dirty="0" err="1">
                <a:latin typeface="Montserrat" panose="00000500000000000000" pitchFamily="2" charset="0"/>
              </a:rPr>
              <a:t>hẹn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hò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53BF1-AB50-E70C-1862-849A4D1F8876}"/>
              </a:ext>
            </a:extLst>
          </p:cNvPr>
          <p:cNvSpPr txBox="1"/>
          <p:nvPr/>
        </p:nvSpPr>
        <p:spPr>
          <a:xfrm>
            <a:off x="13700760" y="4242107"/>
            <a:ext cx="4008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>
                <a:latin typeface="Montserrat" panose="00000500000000000000" pitchFamily="2" charset="0"/>
              </a:rPr>
              <a:t>- </a:t>
            </a:r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cũng</a:t>
            </a:r>
            <a:r>
              <a:rPr lang="vi-VN" dirty="0">
                <a:latin typeface="Montserrat" panose="00000500000000000000" pitchFamily="2" charset="0"/>
              </a:rPr>
              <a:t>  </a:t>
            </a:r>
            <a:r>
              <a:rPr lang="vi-VN" dirty="0" err="1">
                <a:latin typeface="Montserrat" panose="00000500000000000000" pitchFamily="2" charset="0"/>
              </a:rPr>
              <a:t>phải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gần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phòng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Gym</a:t>
            </a:r>
            <a:r>
              <a:rPr lang="vi-VN" dirty="0">
                <a:latin typeface="Montserrat" panose="00000500000000000000" pitchFamily="2" charset="0"/>
              </a:rPr>
              <a:t>, </a:t>
            </a:r>
            <a:r>
              <a:rPr lang="vi-VN" dirty="0" err="1">
                <a:latin typeface="Montserrat" panose="00000500000000000000" pitchFamily="2" charset="0"/>
              </a:rPr>
              <a:t>trường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và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chợ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nữa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444FE-4819-02E7-1AFB-2261046F2CF5}"/>
              </a:ext>
            </a:extLst>
          </p:cNvPr>
          <p:cNvSpPr txBox="1"/>
          <p:nvPr/>
        </p:nvSpPr>
        <p:spPr>
          <a:xfrm>
            <a:off x="12649200" y="5676354"/>
            <a:ext cx="451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</a:t>
            </a:r>
            <a:r>
              <a:rPr lang="vi-VN" dirty="0" err="1">
                <a:latin typeface="Montserrat" panose="00000500000000000000" pitchFamily="2" charset="0"/>
              </a:rPr>
              <a:t>Vậy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ở đâu bây </a:t>
            </a:r>
            <a:r>
              <a:rPr lang="vi-VN" dirty="0" err="1">
                <a:latin typeface="Montserrat" panose="00000500000000000000" pitchFamily="2" charset="0"/>
              </a:rPr>
              <a:t>giờ</a:t>
            </a:r>
            <a:r>
              <a:rPr lang="vi-VN" dirty="0">
                <a:latin typeface="Montserrat" panose="00000500000000000000" pitchFamily="2" charset="0"/>
              </a:rPr>
              <a:t>?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07052A-40DB-6E3C-78AD-531D83340DBF}"/>
              </a:ext>
            </a:extLst>
          </p:cNvPr>
          <p:cNvSpPr/>
          <p:nvPr/>
        </p:nvSpPr>
        <p:spPr>
          <a:xfrm>
            <a:off x="3972560" y="558800"/>
            <a:ext cx="7955280" cy="581381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5C04D-3CC2-1449-9274-4CC662F535D1}"/>
              </a:ext>
            </a:extLst>
          </p:cNvPr>
          <p:cNvSpPr txBox="1"/>
          <p:nvPr/>
        </p:nvSpPr>
        <p:spPr>
          <a:xfrm>
            <a:off x="7274560" y="189468"/>
            <a:ext cx="123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>
                <a:latin typeface="Montserrat" panose="00000500000000000000" pitchFamily="2" charset="0"/>
              </a:rPr>
              <a:t>Bản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đồ</a:t>
            </a:r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21" name="Graphic 20" descr="Park with bench and trees">
            <a:extLst>
              <a:ext uri="{FF2B5EF4-FFF2-40B4-BE49-F238E27FC236}">
                <a16:creationId xmlns:a16="http://schemas.microsoft.com/office/drawing/2014/main" id="{5CC1E06C-6FC1-DAD2-A195-D87F20497F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7371" y="1090106"/>
            <a:ext cx="1252060" cy="704284"/>
          </a:xfrm>
          <a:prstGeom prst="rect">
            <a:avLst/>
          </a:prstGeom>
        </p:spPr>
      </p:pic>
      <p:pic>
        <p:nvPicPr>
          <p:cNvPr id="67" name="Graphic 66" descr="Houses with sidewalk">
            <a:extLst>
              <a:ext uri="{FF2B5EF4-FFF2-40B4-BE49-F238E27FC236}">
                <a16:creationId xmlns:a16="http://schemas.microsoft.com/office/drawing/2014/main" id="{C48B5188-ADF3-8B20-68D5-7DF7ED9805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74560" y="2374291"/>
            <a:ext cx="1544567" cy="868819"/>
          </a:xfrm>
          <a:prstGeom prst="rect">
            <a:avLst/>
          </a:prstGeom>
        </p:spPr>
      </p:pic>
      <p:pic>
        <p:nvPicPr>
          <p:cNvPr id="68" name="Graphic 67" descr="Home front yard">
            <a:extLst>
              <a:ext uri="{FF2B5EF4-FFF2-40B4-BE49-F238E27FC236}">
                <a16:creationId xmlns:a16="http://schemas.microsoft.com/office/drawing/2014/main" id="{08F46C35-6403-23A2-395E-A8F96762D1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0708" y="4978400"/>
            <a:ext cx="1438723" cy="809282"/>
          </a:xfrm>
          <a:prstGeom prst="rect">
            <a:avLst/>
          </a:prstGeom>
        </p:spPr>
      </p:pic>
      <p:pic>
        <p:nvPicPr>
          <p:cNvPr id="75" name="Graphic 74" descr="A cozy cabin in the woods covered in snow">
            <a:extLst>
              <a:ext uri="{FF2B5EF4-FFF2-40B4-BE49-F238E27FC236}">
                <a16:creationId xmlns:a16="http://schemas.microsoft.com/office/drawing/2014/main" id="{01922CC1-FF74-B98B-0807-8B64236B17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22188" y="3429000"/>
            <a:ext cx="1973708" cy="1973708"/>
          </a:xfrm>
          <a:prstGeom prst="rect">
            <a:avLst/>
          </a:prstGeom>
        </p:spPr>
      </p:pic>
      <p:pic>
        <p:nvPicPr>
          <p:cNvPr id="77" name="Graphic 76" descr="A city block with various buildings, skyscrapers and trees">
            <a:extLst>
              <a:ext uri="{FF2B5EF4-FFF2-40B4-BE49-F238E27FC236}">
                <a16:creationId xmlns:a16="http://schemas.microsoft.com/office/drawing/2014/main" id="{A9C24BE2-DB5B-B774-67C3-B2477830D9D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7413" y="2442146"/>
            <a:ext cx="1973708" cy="1973708"/>
          </a:xfrm>
          <a:prstGeom prst="rect">
            <a:avLst/>
          </a:prstGeom>
        </p:spPr>
      </p:pic>
      <p:pic>
        <p:nvPicPr>
          <p:cNvPr id="79" name="Graphic 78" descr="A cozy cabin in the woods covered in snow">
            <a:extLst>
              <a:ext uri="{FF2B5EF4-FFF2-40B4-BE49-F238E27FC236}">
                <a16:creationId xmlns:a16="http://schemas.microsoft.com/office/drawing/2014/main" id="{785B4C6F-D738-AB28-0908-23EF8E0A0D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00934" y="558800"/>
            <a:ext cx="1973708" cy="1973708"/>
          </a:xfrm>
          <a:prstGeom prst="rect">
            <a:avLst/>
          </a:prstGeom>
        </p:spPr>
      </p:pic>
      <p:pic>
        <p:nvPicPr>
          <p:cNvPr id="81" name="Graphic 80" descr="Beach with surfboard and seagull">
            <a:extLst>
              <a:ext uri="{FF2B5EF4-FFF2-40B4-BE49-F238E27FC236}">
                <a16:creationId xmlns:a16="http://schemas.microsoft.com/office/drawing/2014/main" id="{30252E93-A438-EE71-6C0A-5B2641F91FF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65180" y="4276205"/>
            <a:ext cx="1973708" cy="197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21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3773C5A4-93B2-2E2F-52CF-1238796D7BE9}"/>
              </a:ext>
            </a:extLst>
          </p:cNvPr>
          <p:cNvGrpSpPr/>
          <p:nvPr/>
        </p:nvGrpSpPr>
        <p:grpSpPr>
          <a:xfrm>
            <a:off x="1949642" y="2455074"/>
            <a:ext cx="3247838" cy="3441372"/>
            <a:chOff x="997052" y="1454559"/>
            <a:chExt cx="3295650" cy="5005780"/>
          </a:xfrm>
        </p:grpSpPr>
        <p:pic>
          <p:nvPicPr>
            <p:cNvPr id="60" name="Graphic 59" descr="Woman cycling">
              <a:extLst>
                <a:ext uri="{FF2B5EF4-FFF2-40B4-BE49-F238E27FC236}">
                  <a16:creationId xmlns:a16="http://schemas.microsoft.com/office/drawing/2014/main" id="{CFCA2D02-0AF0-9ED2-5EE8-C10066D6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61" name="Graphic 60" descr="A child with wavy hair">
              <a:extLst>
                <a:ext uri="{FF2B5EF4-FFF2-40B4-BE49-F238E27FC236}">
                  <a16:creationId xmlns:a16="http://schemas.microsoft.com/office/drawing/2014/main" id="{00716C65-FFB8-10A3-FF5C-2EC980D59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62" name="Graphic 61" descr="Boy wearing backpack">
            <a:extLst>
              <a:ext uri="{FF2B5EF4-FFF2-40B4-BE49-F238E27FC236}">
                <a16:creationId xmlns:a16="http://schemas.microsoft.com/office/drawing/2014/main" id="{66310693-1932-E822-C874-22021137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258" y="1148040"/>
            <a:ext cx="1836932" cy="456192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509A61BF-795B-3278-055F-3E1E562D5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55495-3F4F-8659-DCA3-C073BC97CF31}"/>
              </a:ext>
            </a:extLst>
          </p:cNvPr>
          <p:cNvSpPr txBox="1"/>
          <p:nvPr/>
        </p:nvSpPr>
        <p:spPr>
          <a:xfrm>
            <a:off x="6972300" y="1441376"/>
            <a:ext cx="452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dirty="0">
                <a:latin typeface="Montserrat" panose="00000500000000000000" pitchFamily="2" charset="0"/>
              </a:rPr>
              <a:t>Nghĩa: Vui qua, </a:t>
            </a:r>
            <a:r>
              <a:rPr lang="vi-VN" dirty="0" err="1">
                <a:latin typeface="Montserrat" panose="00000500000000000000" pitchFamily="2" charset="0"/>
              </a:rPr>
              <a:t>tìm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được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trọ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rồi</a:t>
            </a:r>
            <a:r>
              <a:rPr lang="vi-VN" dirty="0">
                <a:latin typeface="Montserrat" panose="00000500000000000000" pitchFamily="2" charset="0"/>
              </a:rPr>
              <a:t>, nhưng, …</a:t>
            </a:r>
          </a:p>
          <a:p>
            <a:pPr marL="285750" indent="-285750">
              <a:buFontTx/>
              <a:buChar char="-"/>
            </a:pPr>
            <a:r>
              <a:rPr lang="vi-VN" dirty="0">
                <a:latin typeface="Montserrat" panose="00000500000000000000" pitchFamily="2" charset="0"/>
              </a:rPr>
              <a:t>Nghĩa: </a:t>
            </a:r>
            <a:r>
              <a:rPr lang="vi-VN" dirty="0" err="1">
                <a:latin typeface="Montserrat" panose="00000500000000000000" pitchFamily="2" charset="0"/>
              </a:rPr>
              <a:t>Mình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nhớ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Phúc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quá</a:t>
            </a:r>
            <a:r>
              <a:rPr lang="vi-VN" dirty="0">
                <a:latin typeface="Montserrat" panose="00000500000000000000" pitchFamily="2" charset="0"/>
              </a:rPr>
              <a:t>, hay </a:t>
            </a:r>
            <a:r>
              <a:rPr lang="vi-VN" dirty="0" err="1">
                <a:latin typeface="Montserrat" panose="00000500000000000000" pitchFamily="2" charset="0"/>
              </a:rPr>
              <a:t>chúng</a:t>
            </a:r>
            <a:r>
              <a:rPr lang="vi-VN" dirty="0">
                <a:latin typeface="Montserrat" panose="00000500000000000000" pitchFamily="2" charset="0"/>
              </a:rPr>
              <a:t> ta đi </a:t>
            </a:r>
            <a:r>
              <a:rPr lang="vi-VN" dirty="0" err="1">
                <a:latin typeface="Montserrat" panose="00000500000000000000" pitchFamily="2" charset="0"/>
              </a:rPr>
              <a:t>gặp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phúc</a:t>
            </a:r>
            <a:r>
              <a:rPr lang="vi-VN" dirty="0">
                <a:latin typeface="Montserrat" panose="00000500000000000000" pitchFamily="2" charset="0"/>
              </a:rPr>
              <a:t> đi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E9A41-7E13-243B-E6BE-C327B22868F0}"/>
              </a:ext>
            </a:extLst>
          </p:cNvPr>
          <p:cNvSpPr txBox="1"/>
          <p:nvPr/>
        </p:nvSpPr>
        <p:spPr>
          <a:xfrm>
            <a:off x="8226949" y="3693039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Oke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Gét</a:t>
            </a:r>
            <a:r>
              <a:rPr lang="vi-VN" dirty="0">
                <a:latin typeface="Montserrat" panose="00000500000000000000" pitchFamily="2" charset="0"/>
              </a:rPr>
              <a:t> gô</a:t>
            </a:r>
            <a:endParaRPr 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531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1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37B706-7DF3-77DB-D155-AE8F04B8B2B5}"/>
              </a:ext>
            </a:extLst>
          </p:cNvPr>
          <p:cNvSpPr/>
          <p:nvPr/>
        </p:nvSpPr>
        <p:spPr>
          <a:xfrm>
            <a:off x="5471756" y="464839"/>
            <a:ext cx="4571404" cy="5890241"/>
          </a:xfrm>
          <a:prstGeom prst="roundRect">
            <a:avLst/>
          </a:prstGeom>
          <a:noFill/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73C5A4-93B2-2E2F-52CF-1238796D7BE9}"/>
              </a:ext>
            </a:extLst>
          </p:cNvPr>
          <p:cNvGrpSpPr/>
          <p:nvPr/>
        </p:nvGrpSpPr>
        <p:grpSpPr>
          <a:xfrm>
            <a:off x="2006226" y="2149299"/>
            <a:ext cx="2816586" cy="3122454"/>
            <a:chOff x="997052" y="1454559"/>
            <a:chExt cx="3295650" cy="5005780"/>
          </a:xfrm>
        </p:grpSpPr>
        <p:pic>
          <p:nvPicPr>
            <p:cNvPr id="60" name="Graphic 59" descr="Woman cycling">
              <a:extLst>
                <a:ext uri="{FF2B5EF4-FFF2-40B4-BE49-F238E27FC236}">
                  <a16:creationId xmlns:a16="http://schemas.microsoft.com/office/drawing/2014/main" id="{CFCA2D02-0AF0-9ED2-5EE8-C10066D6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61" name="Graphic 60" descr="A child with wavy hair">
              <a:extLst>
                <a:ext uri="{FF2B5EF4-FFF2-40B4-BE49-F238E27FC236}">
                  <a16:creationId xmlns:a16="http://schemas.microsoft.com/office/drawing/2014/main" id="{00716C65-FFB8-10A3-FF5C-2EC980D59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62" name="Graphic 61" descr="Boy wearing backpack">
            <a:extLst>
              <a:ext uri="{FF2B5EF4-FFF2-40B4-BE49-F238E27FC236}">
                <a16:creationId xmlns:a16="http://schemas.microsoft.com/office/drawing/2014/main" id="{66310693-1932-E822-C874-22021137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7248" y="1442934"/>
            <a:ext cx="1666700" cy="4139158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509A61BF-795B-3278-055F-3E1E562D536B}"/>
              </a:ext>
            </a:extLst>
          </p:cNvPr>
          <p:cNvSpPr>
            <a:spLocks/>
          </p:cNvSpPr>
          <p:nvPr/>
        </p:nvSpPr>
        <p:spPr>
          <a:xfrm>
            <a:off x="12603480" y="0"/>
            <a:ext cx="5486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55495-3F4F-8659-DCA3-C073BC97CF31}"/>
              </a:ext>
            </a:extLst>
          </p:cNvPr>
          <p:cNvSpPr txBox="1"/>
          <p:nvPr/>
        </p:nvSpPr>
        <p:spPr>
          <a:xfrm>
            <a:off x="12870180" y="2149299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Montserrat" panose="00000500000000000000" pitchFamily="2" charset="0"/>
              </a:rPr>
              <a:t>- Nghĩa: </a:t>
            </a:r>
            <a:r>
              <a:rPr lang="vi-VN" dirty="0" err="1">
                <a:latin typeface="Montserrat" panose="00000500000000000000" pitchFamily="2" charset="0"/>
              </a:rPr>
              <a:t>Mình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nhớ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Phúc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quá</a:t>
            </a:r>
            <a:r>
              <a:rPr lang="vi-VN" dirty="0">
                <a:latin typeface="Montserrat" panose="00000500000000000000" pitchFamily="2" charset="0"/>
              </a:rPr>
              <a:t>, hay </a:t>
            </a:r>
            <a:r>
              <a:rPr lang="vi-VN" dirty="0" err="1">
                <a:latin typeface="Montserrat" panose="00000500000000000000" pitchFamily="2" charset="0"/>
              </a:rPr>
              <a:t>chúng</a:t>
            </a:r>
            <a:r>
              <a:rPr lang="vi-VN" dirty="0">
                <a:latin typeface="Montserrat" panose="00000500000000000000" pitchFamily="2" charset="0"/>
              </a:rPr>
              <a:t> ta đi </a:t>
            </a:r>
            <a:r>
              <a:rPr lang="vi-VN" dirty="0" err="1">
                <a:latin typeface="Montserrat" panose="00000500000000000000" pitchFamily="2" charset="0"/>
              </a:rPr>
              <a:t>gặp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phúc</a:t>
            </a:r>
            <a:r>
              <a:rPr lang="vi-VN" dirty="0">
                <a:latin typeface="Montserrat" panose="00000500000000000000" pitchFamily="2" charset="0"/>
              </a:rPr>
              <a:t> đi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E9A41-7E13-243B-E6BE-C327B22868F0}"/>
              </a:ext>
            </a:extLst>
          </p:cNvPr>
          <p:cNvSpPr txBox="1"/>
          <p:nvPr/>
        </p:nvSpPr>
        <p:spPr>
          <a:xfrm>
            <a:off x="14124829" y="3693039"/>
            <a:ext cx="387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dirty="0" err="1">
                <a:latin typeface="Montserrat" panose="00000500000000000000" pitchFamily="2" charset="0"/>
              </a:rPr>
              <a:t>Nhật</a:t>
            </a:r>
            <a:r>
              <a:rPr lang="vi-VN" dirty="0">
                <a:latin typeface="Montserrat" panose="00000500000000000000" pitchFamily="2" charset="0"/>
              </a:rPr>
              <a:t>: </a:t>
            </a:r>
            <a:r>
              <a:rPr lang="vi-VN" dirty="0" err="1">
                <a:latin typeface="Montserrat" panose="00000500000000000000" pitchFamily="2" charset="0"/>
              </a:rPr>
              <a:t>Oke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Gét</a:t>
            </a:r>
            <a:r>
              <a:rPr lang="vi-VN" dirty="0">
                <a:latin typeface="Montserrat" panose="00000500000000000000" pitchFamily="2" charset="0"/>
              </a:rPr>
              <a:t> gô</a:t>
            </a:r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9" name="Graphic 8" descr="Man wearing a tunic">
            <a:extLst>
              <a:ext uri="{FF2B5EF4-FFF2-40B4-BE49-F238E27FC236}">
                <a16:creationId xmlns:a16="http://schemas.microsoft.com/office/drawing/2014/main" id="{BECF0E55-607E-8472-5DE2-C7C2514360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9445497" y="992466"/>
            <a:ext cx="2157218" cy="4809744"/>
          </a:xfrm>
          <a:prstGeom prst="rect">
            <a:avLst/>
          </a:prstGeom>
        </p:spPr>
      </p:pic>
      <p:pic>
        <p:nvPicPr>
          <p:cNvPr id="5" name="Graphic 4" descr="Fish with solid fill">
            <a:extLst>
              <a:ext uri="{FF2B5EF4-FFF2-40B4-BE49-F238E27FC236}">
                <a16:creationId xmlns:a16="http://schemas.microsoft.com/office/drawing/2014/main" id="{D8BF508C-ABBC-BFD3-DD4E-E3849FD3A7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2947" y="2728429"/>
            <a:ext cx="1227302" cy="1227302"/>
          </a:xfrm>
          <a:prstGeom prst="rect">
            <a:avLst/>
          </a:prstGeom>
        </p:spPr>
      </p:pic>
      <p:pic>
        <p:nvPicPr>
          <p:cNvPr id="7" name="Graphic 6" descr="Clownfish with solid fill">
            <a:extLst>
              <a:ext uri="{FF2B5EF4-FFF2-40B4-BE49-F238E27FC236}">
                <a16:creationId xmlns:a16="http://schemas.microsoft.com/office/drawing/2014/main" id="{801F58C6-72AD-D431-9267-CCF5AB1109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77918" y="2538383"/>
            <a:ext cx="1294031" cy="1294031"/>
          </a:xfrm>
          <a:prstGeom prst="rect">
            <a:avLst/>
          </a:prstGeom>
        </p:spPr>
      </p:pic>
      <p:pic>
        <p:nvPicPr>
          <p:cNvPr id="10" name="Graphic 9" descr="Clownfish outline">
            <a:extLst>
              <a:ext uri="{FF2B5EF4-FFF2-40B4-BE49-F238E27FC236}">
                <a16:creationId xmlns:a16="http://schemas.microsoft.com/office/drawing/2014/main" id="{3D74ECC4-390D-4302-C4F5-39B20564A8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69036" y="788642"/>
            <a:ext cx="1425938" cy="1425938"/>
          </a:xfrm>
          <a:prstGeom prst="rect">
            <a:avLst/>
          </a:prstGeom>
        </p:spPr>
      </p:pic>
      <p:pic>
        <p:nvPicPr>
          <p:cNvPr id="12" name="Graphic 11" descr="Competition with solid fill">
            <a:extLst>
              <a:ext uri="{FF2B5EF4-FFF2-40B4-BE49-F238E27FC236}">
                <a16:creationId xmlns:a16="http://schemas.microsoft.com/office/drawing/2014/main" id="{62D616BA-3982-E42F-8245-1C46CBD97D9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78415" y="4402659"/>
            <a:ext cx="1666699" cy="1666699"/>
          </a:xfrm>
          <a:prstGeom prst="rect">
            <a:avLst/>
          </a:prstGeom>
        </p:spPr>
      </p:pic>
      <p:pic>
        <p:nvPicPr>
          <p:cNvPr id="14" name="Graphic 13" descr="Koi with solid fill">
            <a:extLst>
              <a:ext uri="{FF2B5EF4-FFF2-40B4-BE49-F238E27FC236}">
                <a16:creationId xmlns:a16="http://schemas.microsoft.com/office/drawing/2014/main" id="{48189FE7-0A36-A4A4-4FAE-D8BE23996A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86983" y="788183"/>
            <a:ext cx="1309502" cy="1309502"/>
          </a:xfrm>
          <a:prstGeom prst="rect">
            <a:avLst/>
          </a:prstGeom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6CF9B34B-8012-903D-7459-D15346164C6C}"/>
              </a:ext>
            </a:extLst>
          </p:cNvPr>
          <p:cNvSpPr/>
          <p:nvPr/>
        </p:nvSpPr>
        <p:spPr>
          <a:xfrm>
            <a:off x="3215640" y="464840"/>
            <a:ext cx="2073556" cy="1632846"/>
          </a:xfrm>
          <a:prstGeom prst="wedgeEllipseCallout">
            <a:avLst>
              <a:gd name="adj1" fmla="val -52064"/>
              <a:gd name="adj2" fmla="val 4733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Bán</a:t>
            </a:r>
            <a:r>
              <a:rPr lang="vi-VN" dirty="0"/>
              <a:t> 7 </a:t>
            </a:r>
            <a:r>
              <a:rPr lang="vi-VN" dirty="0" err="1"/>
              <a:t>kg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đi </a:t>
            </a:r>
            <a:r>
              <a:rPr lang="vi-VN" dirty="0" err="1"/>
              <a:t>Phúc</a:t>
            </a:r>
            <a:r>
              <a:rPr lang="vi-VN" dirty="0"/>
              <a:t> ơi</a:t>
            </a:r>
            <a:endParaRPr lang="en-US" dirty="0">
              <a:latin typeface="Magneto" panose="04030805050802020D02" pitchFamily="82" charset="0"/>
            </a:endParaRPr>
          </a:p>
        </p:txBody>
      </p:sp>
      <p:sp>
        <p:nvSpPr>
          <p:cNvPr id="17" name="Thought Bubble: Cloud 16">
            <a:extLst>
              <a:ext uri="{FF2B5EF4-FFF2-40B4-BE49-F238E27FC236}">
                <a16:creationId xmlns:a16="http://schemas.microsoft.com/office/drawing/2014/main" id="{1E4A9AFB-F64B-876C-7C0B-E7D0261FFB20}"/>
              </a:ext>
            </a:extLst>
          </p:cNvPr>
          <p:cNvSpPr/>
          <p:nvPr/>
        </p:nvSpPr>
        <p:spPr>
          <a:xfrm>
            <a:off x="228600" y="259080"/>
            <a:ext cx="2438854" cy="1183854"/>
          </a:xfrm>
          <a:prstGeom prst="cloudCallout">
            <a:avLst>
              <a:gd name="adj1" fmla="val 16660"/>
              <a:gd name="adj2" fmla="val 83097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Có</a:t>
            </a:r>
            <a:r>
              <a:rPr lang="vi-VN" dirty="0"/>
              <a:t> bao nhiêu </a:t>
            </a:r>
            <a:r>
              <a:rPr lang="vi-VN" dirty="0" err="1"/>
              <a:t>cách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phúc</a:t>
            </a:r>
            <a:r>
              <a:rPr lang="vi-VN" dirty="0"/>
              <a:t> </a:t>
            </a:r>
            <a:r>
              <a:rPr lang="vi-VN" dirty="0" err="1"/>
              <a:t>chọn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</a:t>
            </a:r>
            <a:r>
              <a:rPr lang="vi-VN" dirty="0" err="1"/>
              <a:t>nhĩ</a:t>
            </a:r>
            <a:r>
              <a:rPr lang="vi-VN" dirty="0"/>
              <a:t>?</a:t>
            </a:r>
            <a:endParaRPr lang="en-US" dirty="0">
              <a:latin typeface="Magneto" panose="04030805050802020D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9DEB2-B69B-F336-4AFD-70F9C78BC900}"/>
              </a:ext>
            </a:extLst>
          </p:cNvPr>
          <p:cNvSpPr txBox="1"/>
          <p:nvPr/>
        </p:nvSpPr>
        <p:spPr>
          <a:xfrm flipH="1">
            <a:off x="6499586" y="2103132"/>
            <a:ext cx="116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latin typeface="Quicksand" panose="02070303000000060000" pitchFamily="18" charset="0"/>
              </a:rPr>
              <a:t>1kg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EAC5DE-CE28-52AF-5463-B1A907075C83}"/>
              </a:ext>
            </a:extLst>
          </p:cNvPr>
          <p:cNvSpPr txBox="1"/>
          <p:nvPr/>
        </p:nvSpPr>
        <p:spPr>
          <a:xfrm flipH="1">
            <a:off x="8362238" y="2014103"/>
            <a:ext cx="116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Quicksand" panose="02070303000000060000" pitchFamily="18" charset="0"/>
              </a:rPr>
              <a:t>2kg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26B201-474C-3A76-DF2C-F1D368BF37C9}"/>
              </a:ext>
            </a:extLst>
          </p:cNvPr>
          <p:cNvSpPr txBox="1"/>
          <p:nvPr/>
        </p:nvSpPr>
        <p:spPr>
          <a:xfrm flipH="1">
            <a:off x="6234110" y="3790335"/>
            <a:ext cx="116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Quicksand" panose="02070303000000060000" pitchFamily="18" charset="0"/>
              </a:rPr>
              <a:t>3kg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1ACECC-802F-39DA-F1BA-10DAE1151EAF}"/>
              </a:ext>
            </a:extLst>
          </p:cNvPr>
          <p:cNvSpPr txBox="1"/>
          <p:nvPr/>
        </p:nvSpPr>
        <p:spPr>
          <a:xfrm flipH="1">
            <a:off x="8483122" y="3706074"/>
            <a:ext cx="116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Quicksand" panose="02070303000000060000" pitchFamily="18" charset="0"/>
              </a:rPr>
              <a:t>4kg</a:t>
            </a:r>
            <a:endParaRPr lang="en-US" dirty="0">
              <a:latin typeface="Quicksand" panose="02070303000000060000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74AE1F-A966-9940-3B94-2C7F105E185B}"/>
              </a:ext>
            </a:extLst>
          </p:cNvPr>
          <p:cNvSpPr txBox="1"/>
          <p:nvPr/>
        </p:nvSpPr>
        <p:spPr>
          <a:xfrm flipH="1">
            <a:off x="7673623" y="5884692"/>
            <a:ext cx="116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Quicksand" panose="02070303000000060000" pitchFamily="18" charset="0"/>
              </a:rPr>
              <a:t>(4+1) </a:t>
            </a:r>
            <a:r>
              <a:rPr lang="vi-VN" dirty="0" err="1">
                <a:latin typeface="Quicksand" panose="02070303000000060000" pitchFamily="18" charset="0"/>
              </a:rPr>
              <a:t>kg</a:t>
            </a:r>
            <a:endParaRPr lang="en-US" dirty="0">
              <a:latin typeface="Quicksand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37B706-7DF3-77DB-D155-AE8F04B8B2B5}"/>
              </a:ext>
            </a:extLst>
          </p:cNvPr>
          <p:cNvSpPr/>
          <p:nvPr/>
        </p:nvSpPr>
        <p:spPr>
          <a:xfrm>
            <a:off x="12573596" y="464840"/>
            <a:ext cx="4571404" cy="5890241"/>
          </a:xfrm>
          <a:prstGeom prst="roundRect">
            <a:avLst/>
          </a:prstGeom>
          <a:noFill/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73C5A4-93B2-2E2F-52CF-1238796D7BE9}"/>
              </a:ext>
            </a:extLst>
          </p:cNvPr>
          <p:cNvGrpSpPr/>
          <p:nvPr/>
        </p:nvGrpSpPr>
        <p:grpSpPr>
          <a:xfrm>
            <a:off x="4687707" y="2120730"/>
            <a:ext cx="2816586" cy="3122454"/>
            <a:chOff x="997052" y="1454559"/>
            <a:chExt cx="3295650" cy="5005780"/>
          </a:xfrm>
        </p:grpSpPr>
        <p:pic>
          <p:nvPicPr>
            <p:cNvPr id="60" name="Graphic 59" descr="Woman cycling">
              <a:extLst>
                <a:ext uri="{FF2B5EF4-FFF2-40B4-BE49-F238E27FC236}">
                  <a16:creationId xmlns:a16="http://schemas.microsoft.com/office/drawing/2014/main" id="{CFCA2D02-0AF0-9ED2-5EE8-C10066D6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7052" y="2240764"/>
              <a:ext cx="3295650" cy="4219575"/>
            </a:xfrm>
            <a:prstGeom prst="rect">
              <a:avLst/>
            </a:prstGeom>
          </p:spPr>
        </p:pic>
        <p:pic>
          <p:nvPicPr>
            <p:cNvPr id="61" name="Graphic 60" descr="A child with wavy hair">
              <a:extLst>
                <a:ext uri="{FF2B5EF4-FFF2-40B4-BE49-F238E27FC236}">
                  <a16:creationId xmlns:a16="http://schemas.microsoft.com/office/drawing/2014/main" id="{00716C65-FFB8-10A3-FF5C-2EC980D59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25726" y="1454559"/>
              <a:ext cx="899487" cy="990739"/>
            </a:xfrm>
            <a:prstGeom prst="rect">
              <a:avLst/>
            </a:prstGeom>
          </p:spPr>
        </p:pic>
      </p:grpSp>
      <p:pic>
        <p:nvPicPr>
          <p:cNvPr id="62" name="Graphic 61" descr="Boy wearing backpack">
            <a:extLst>
              <a:ext uri="{FF2B5EF4-FFF2-40B4-BE49-F238E27FC236}">
                <a16:creationId xmlns:a16="http://schemas.microsoft.com/office/drawing/2014/main" id="{66310693-1932-E822-C874-22021137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0672" y="1442935"/>
            <a:ext cx="1666700" cy="4139158"/>
          </a:xfrm>
          <a:prstGeom prst="rect">
            <a:avLst/>
          </a:prstGeom>
        </p:spPr>
      </p:pic>
      <p:pic>
        <p:nvPicPr>
          <p:cNvPr id="9" name="Graphic 8" descr="Man wearing a tunic">
            <a:extLst>
              <a:ext uri="{FF2B5EF4-FFF2-40B4-BE49-F238E27FC236}">
                <a16:creationId xmlns:a16="http://schemas.microsoft.com/office/drawing/2014/main" id="{BECF0E55-607E-8472-5DE2-C7C2514360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16547337" y="992467"/>
            <a:ext cx="2157218" cy="4809744"/>
          </a:xfrm>
          <a:prstGeom prst="rect">
            <a:avLst/>
          </a:prstGeom>
        </p:spPr>
      </p:pic>
      <p:pic>
        <p:nvPicPr>
          <p:cNvPr id="5" name="Graphic 4" descr="Fish with solid fill">
            <a:extLst>
              <a:ext uri="{FF2B5EF4-FFF2-40B4-BE49-F238E27FC236}">
                <a16:creationId xmlns:a16="http://schemas.microsoft.com/office/drawing/2014/main" id="{D8BF508C-ABBC-BFD3-DD4E-E3849FD3A7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124787" y="2728430"/>
            <a:ext cx="1227302" cy="1227302"/>
          </a:xfrm>
          <a:prstGeom prst="rect">
            <a:avLst/>
          </a:prstGeom>
        </p:spPr>
      </p:pic>
      <p:pic>
        <p:nvPicPr>
          <p:cNvPr id="7" name="Graphic 6" descr="Clownfish with solid fill">
            <a:extLst>
              <a:ext uri="{FF2B5EF4-FFF2-40B4-BE49-F238E27FC236}">
                <a16:creationId xmlns:a16="http://schemas.microsoft.com/office/drawing/2014/main" id="{801F58C6-72AD-D431-9267-CCF5AB1109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379758" y="2538384"/>
            <a:ext cx="1294031" cy="1294031"/>
          </a:xfrm>
          <a:prstGeom prst="rect">
            <a:avLst/>
          </a:prstGeom>
        </p:spPr>
      </p:pic>
      <p:pic>
        <p:nvPicPr>
          <p:cNvPr id="10" name="Graphic 9" descr="Clownfish outline">
            <a:extLst>
              <a:ext uri="{FF2B5EF4-FFF2-40B4-BE49-F238E27FC236}">
                <a16:creationId xmlns:a16="http://schemas.microsoft.com/office/drawing/2014/main" id="{3D74ECC4-390D-4302-C4F5-39B20564A8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70876" y="788643"/>
            <a:ext cx="1425938" cy="1425938"/>
          </a:xfrm>
          <a:prstGeom prst="rect">
            <a:avLst/>
          </a:prstGeom>
        </p:spPr>
      </p:pic>
      <p:pic>
        <p:nvPicPr>
          <p:cNvPr id="12" name="Graphic 11" descr="Competition with solid fill">
            <a:extLst>
              <a:ext uri="{FF2B5EF4-FFF2-40B4-BE49-F238E27FC236}">
                <a16:creationId xmlns:a16="http://schemas.microsoft.com/office/drawing/2014/main" id="{62D616BA-3982-E42F-8245-1C46CBD97D9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380255" y="4402660"/>
            <a:ext cx="1666699" cy="1666699"/>
          </a:xfrm>
          <a:prstGeom prst="rect">
            <a:avLst/>
          </a:prstGeom>
        </p:spPr>
      </p:pic>
      <p:pic>
        <p:nvPicPr>
          <p:cNvPr id="14" name="Graphic 13" descr="Koi with solid fill">
            <a:extLst>
              <a:ext uri="{FF2B5EF4-FFF2-40B4-BE49-F238E27FC236}">
                <a16:creationId xmlns:a16="http://schemas.microsoft.com/office/drawing/2014/main" id="{48189FE7-0A36-A4A4-4FAE-D8BE23996A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288823" y="788184"/>
            <a:ext cx="1309502" cy="1309502"/>
          </a:xfrm>
          <a:prstGeom prst="rect">
            <a:avLst/>
          </a:prstGeom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8AB49B52-38CE-21E3-AA15-77C14D71ECBA}"/>
              </a:ext>
            </a:extLst>
          </p:cNvPr>
          <p:cNvSpPr/>
          <p:nvPr/>
        </p:nvSpPr>
        <p:spPr>
          <a:xfrm>
            <a:off x="7848600" y="1397215"/>
            <a:ext cx="2461855" cy="2512797"/>
          </a:xfrm>
          <a:prstGeom prst="wedgeEllipseCallout">
            <a:avLst>
              <a:gd name="adj1" fmla="val -109357"/>
              <a:gd name="adj2" fmla="val -1452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Oh</a:t>
            </a:r>
            <a:r>
              <a:rPr lang="vi-VN" dirty="0"/>
              <a:t>, mua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</a:t>
            </a:r>
            <a:r>
              <a:rPr lang="vi-VN" dirty="0" err="1"/>
              <a:t>rồi</a:t>
            </a:r>
            <a:r>
              <a:rPr lang="vi-VN" dirty="0"/>
              <a:t>! Vui </a:t>
            </a:r>
            <a:r>
              <a:rPr lang="vi-VN" dirty="0" err="1"/>
              <a:t>quá</a:t>
            </a:r>
            <a:r>
              <a:rPr lang="vi-VN" dirty="0"/>
              <a:t>, Đi </a:t>
            </a:r>
            <a:r>
              <a:rPr lang="vi-VN" dirty="0" err="1"/>
              <a:t>làm</a:t>
            </a:r>
            <a:r>
              <a:rPr lang="vi-VN" dirty="0"/>
              <a:t> </a:t>
            </a:r>
            <a:r>
              <a:rPr lang="vi-VN" dirty="0" err="1"/>
              <a:t>Quizz</a:t>
            </a:r>
            <a:r>
              <a:rPr lang="vi-VN" dirty="0"/>
              <a:t> thôi</a:t>
            </a:r>
            <a:endParaRPr lang="en-US" dirty="0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E4ACBDC9-CAC6-BF37-F402-5CAFA6DE5BEC}"/>
              </a:ext>
            </a:extLst>
          </p:cNvPr>
          <p:cNvSpPr/>
          <p:nvPr/>
        </p:nvSpPr>
        <p:spPr>
          <a:xfrm>
            <a:off x="1463040" y="579120"/>
            <a:ext cx="2337632" cy="1203960"/>
          </a:xfrm>
          <a:prstGeom prst="wedgeEllipseCallout">
            <a:avLst>
              <a:gd name="adj1" fmla="val 52836"/>
              <a:gd name="adj2" fmla="val 59968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Gét</a:t>
            </a:r>
            <a:r>
              <a:rPr lang="vi-VN" dirty="0"/>
              <a:t> gô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400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Magneto</vt:lpstr>
      <vt:lpstr>Montserrat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Nghĩa Phạm</dc:creator>
  <cp:lastModifiedBy>Nghĩa Phạm</cp:lastModifiedBy>
  <cp:revision>1</cp:revision>
  <dcterms:created xsi:type="dcterms:W3CDTF">2022-05-29T07:33:02Z</dcterms:created>
  <dcterms:modified xsi:type="dcterms:W3CDTF">2022-05-30T00:02:31Z</dcterms:modified>
</cp:coreProperties>
</file>